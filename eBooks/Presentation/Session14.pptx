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93" r:id="rId2"/>
    <p:sldId id="394" r:id="rId3"/>
    <p:sldId id="395" r:id="rId4"/>
    <p:sldId id="396" r:id="rId5"/>
    <p:sldId id="397" r:id="rId6"/>
    <p:sldId id="398" r:id="rId7"/>
    <p:sldId id="399" r:id="rId8"/>
    <p:sldId id="400" r:id="rId9"/>
    <p:sldId id="401" r:id="rId10"/>
    <p:sldId id="402" r:id="rId11"/>
    <p:sldId id="403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87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907" y="79546"/>
            <a:ext cx="580898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80291" y="1592148"/>
            <a:ext cx="2744470" cy="346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907" y="33827"/>
            <a:ext cx="1201018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0712" y="1300308"/>
            <a:ext cx="6851650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74575" y="6635253"/>
            <a:ext cx="102870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19714" y="6613906"/>
            <a:ext cx="33083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sp>
          <p:nvSpPr>
            <p:cNvPr id="4" name="object 4"/>
            <p:cNvSpPr/>
            <p:nvPr/>
          </p:nvSpPr>
          <p:spPr>
            <a:xfrm>
              <a:off x="126492" y="2930651"/>
              <a:ext cx="11963400" cy="3736975"/>
            </a:xfrm>
            <a:custGeom>
              <a:avLst/>
              <a:gdLst/>
              <a:ahLst/>
              <a:cxnLst/>
              <a:rect l="l" t="t" r="r" b="b"/>
              <a:pathLst>
                <a:path w="11963400" h="3736975">
                  <a:moveTo>
                    <a:pt x="11963400" y="0"/>
                  </a:moveTo>
                  <a:lnTo>
                    <a:pt x="0" y="0"/>
                  </a:lnTo>
                  <a:lnTo>
                    <a:pt x="0" y="3736848"/>
                  </a:lnTo>
                  <a:lnTo>
                    <a:pt x="11963400" y="3736848"/>
                  </a:lnTo>
                  <a:lnTo>
                    <a:pt x="1196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7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827" y="2222496"/>
            <a:ext cx="58318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 Rounded MT Bold"/>
                <a:cs typeface="Arial Rounded MT Bold"/>
              </a:rPr>
              <a:t>Jakarta</a:t>
            </a:r>
            <a:r>
              <a:rPr sz="4400" spc="-170" dirty="0">
                <a:latin typeface="Arial Rounded MT Bold"/>
                <a:cs typeface="Arial Rounded MT Bold"/>
              </a:rPr>
              <a:t> </a:t>
            </a:r>
            <a:r>
              <a:rPr sz="4400" dirty="0">
                <a:latin typeface="Arial Rounded MT Bold"/>
                <a:cs typeface="Arial Rounded MT Bold"/>
              </a:rPr>
              <a:t>Server</a:t>
            </a:r>
            <a:r>
              <a:rPr sz="4400" spc="-185" dirty="0">
                <a:latin typeface="Arial Rounded MT Bold"/>
                <a:cs typeface="Arial Rounded MT Bold"/>
              </a:rPr>
              <a:t> </a:t>
            </a:r>
            <a:r>
              <a:rPr sz="4400" spc="-40" dirty="0">
                <a:latin typeface="Arial Rounded MT Bold"/>
                <a:cs typeface="Arial Rounded MT Bold"/>
              </a:rPr>
              <a:t>Pages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50"/>
              </a:lnSpc>
            </a:pPr>
            <a:r>
              <a:rPr spc="-50" dirty="0"/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6827" y="2893106"/>
            <a:ext cx="341502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  <a:latin typeface="Arial Rounded MT Bold"/>
                <a:cs typeface="Arial Rounded MT Bold"/>
              </a:rPr>
              <a:t>and</a:t>
            </a:r>
            <a:r>
              <a:rPr sz="4400" spc="-15" dirty="0">
                <a:solidFill>
                  <a:srgbClr val="FFFFFF"/>
                </a:solidFill>
                <a:latin typeface="Arial Rounded MT Bold"/>
                <a:cs typeface="Arial Rounded MT Bold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Servlets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805" y="4517499"/>
            <a:ext cx="5370195" cy="1108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C564"/>
                </a:solidFill>
                <a:latin typeface="Algerian"/>
                <a:cs typeface="Algerian"/>
              </a:rPr>
              <a:t>SESSION:</a:t>
            </a:r>
            <a:r>
              <a:rPr sz="2400" spc="-75" dirty="0">
                <a:solidFill>
                  <a:srgbClr val="FFC564"/>
                </a:solidFill>
                <a:latin typeface="Algerian"/>
                <a:cs typeface="Algerian"/>
              </a:rPr>
              <a:t> </a:t>
            </a:r>
            <a:r>
              <a:rPr sz="2400" spc="-25" dirty="0">
                <a:solidFill>
                  <a:srgbClr val="FFC564"/>
                </a:solidFill>
                <a:latin typeface="Algerian"/>
                <a:cs typeface="Algerian"/>
              </a:rPr>
              <a:t>14</a:t>
            </a:r>
            <a:endParaRPr sz="2400">
              <a:latin typeface="Algerian"/>
              <a:cs typeface="Algerian"/>
            </a:endParaRPr>
          </a:p>
          <a:p>
            <a:pPr marL="12700">
              <a:lnSpc>
                <a:spcPct val="100000"/>
              </a:lnSpc>
              <a:spcBef>
                <a:spcPts val="2770"/>
              </a:spcBef>
            </a:pP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Securing</a:t>
            </a:r>
            <a:r>
              <a:rPr sz="2400" spc="-65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Java</a:t>
            </a:r>
            <a:r>
              <a:rPr sz="2400" spc="-80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Web</a:t>
            </a:r>
            <a:r>
              <a:rPr sz="2400" spc="-75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FFC564"/>
                </a:solidFill>
                <a:latin typeface="Arial Black"/>
                <a:cs typeface="Arial Black"/>
              </a:rPr>
              <a:t>Applications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027" y="38586"/>
            <a:ext cx="1570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825" y="759967"/>
            <a:ext cx="9723755" cy="384937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2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necessity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features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securing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applications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Security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API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2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HTTP</a:t>
            </a:r>
            <a:r>
              <a:rPr sz="1800" spc="-640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basic,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digest,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client,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form-</a:t>
            </a:r>
            <a:r>
              <a:rPr sz="1800" dirty="0">
                <a:latin typeface="Calisto MT"/>
                <a:cs typeface="Calisto MT"/>
              </a:rPr>
              <a:t>based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authentication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method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ensuring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security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24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configure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users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Tomcat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specify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authentication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mechanisms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annotations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steps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implement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declarative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security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steps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implement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programmatic</a:t>
            </a:r>
            <a:r>
              <a:rPr sz="1800" spc="-10" dirty="0">
                <a:latin typeface="Calisto MT"/>
                <a:cs typeface="Calisto MT"/>
              </a:rPr>
              <a:t> security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3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HttpServletRequest</a:t>
            </a:r>
            <a:r>
              <a:rPr sz="1800" spc="-660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methods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identifying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users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24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 use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8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SSL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certification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616" y="1696212"/>
            <a:ext cx="4738115" cy="38587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71183" y="1088931"/>
            <a:ext cx="3588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Unauthorized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Internet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88944" y="1723644"/>
            <a:ext cx="4027804" cy="1748155"/>
            <a:chOff x="6388944" y="1723644"/>
            <a:chExt cx="4027804" cy="1748155"/>
          </a:xfrm>
        </p:grpSpPr>
        <p:sp>
          <p:nvSpPr>
            <p:cNvPr id="6" name="object 6"/>
            <p:cNvSpPr/>
            <p:nvPr/>
          </p:nvSpPr>
          <p:spPr>
            <a:xfrm>
              <a:off x="6393941" y="2099309"/>
              <a:ext cx="3999229" cy="504825"/>
            </a:xfrm>
            <a:custGeom>
              <a:avLst/>
              <a:gdLst/>
              <a:ahLst/>
              <a:cxnLst/>
              <a:rect l="l" t="t" r="r" b="b"/>
              <a:pathLst>
                <a:path w="3999229" h="504825">
                  <a:moveTo>
                    <a:pt x="0" y="0"/>
                  </a:moveTo>
                  <a:lnTo>
                    <a:pt x="3998975" y="0"/>
                  </a:lnTo>
                  <a:lnTo>
                    <a:pt x="3998975" y="504443"/>
                  </a:lnTo>
                  <a:lnTo>
                    <a:pt x="0" y="504443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8064" y="1749564"/>
              <a:ext cx="3651503" cy="67054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43116" y="1723644"/>
              <a:ext cx="3218687" cy="76504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47687" y="1763270"/>
              <a:ext cx="3572255" cy="59131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393941" y="2961894"/>
              <a:ext cx="4017645" cy="504825"/>
            </a:xfrm>
            <a:custGeom>
              <a:avLst/>
              <a:gdLst/>
              <a:ahLst/>
              <a:cxnLst/>
              <a:rect l="l" t="t" r="r" b="b"/>
              <a:pathLst>
                <a:path w="4017645" h="504825">
                  <a:moveTo>
                    <a:pt x="0" y="0"/>
                  </a:moveTo>
                  <a:lnTo>
                    <a:pt x="4017264" y="0"/>
                  </a:lnTo>
                  <a:lnTo>
                    <a:pt x="4017264" y="504444"/>
                  </a:lnTo>
                  <a:lnTo>
                    <a:pt x="0" y="504444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3EC3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8064" y="2656331"/>
              <a:ext cx="3651503" cy="67055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43116" y="2630424"/>
              <a:ext cx="3218687" cy="76657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47687" y="2670050"/>
              <a:ext cx="3572255" cy="591312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6388944" y="3538728"/>
            <a:ext cx="4037965" cy="844550"/>
            <a:chOff x="6388944" y="3538728"/>
            <a:chExt cx="4037965" cy="844550"/>
          </a:xfrm>
        </p:grpSpPr>
        <p:sp>
          <p:nvSpPr>
            <p:cNvPr id="15" name="object 15"/>
            <p:cNvSpPr/>
            <p:nvPr/>
          </p:nvSpPr>
          <p:spPr>
            <a:xfrm>
              <a:off x="6393941" y="3873245"/>
              <a:ext cx="4028440" cy="504825"/>
            </a:xfrm>
            <a:custGeom>
              <a:avLst/>
              <a:gdLst/>
              <a:ahLst/>
              <a:cxnLst/>
              <a:rect l="l" t="t" r="r" b="b"/>
              <a:pathLst>
                <a:path w="4028440" h="504825">
                  <a:moveTo>
                    <a:pt x="0" y="0"/>
                  </a:moveTo>
                  <a:lnTo>
                    <a:pt x="4027932" y="0"/>
                  </a:lnTo>
                  <a:lnTo>
                    <a:pt x="4027932" y="504443"/>
                  </a:lnTo>
                  <a:lnTo>
                    <a:pt x="0" y="504443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61C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08064" y="3564636"/>
              <a:ext cx="3651503" cy="66903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43116" y="3538728"/>
              <a:ext cx="3218687" cy="76504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47687" y="3578353"/>
              <a:ext cx="3572255" cy="58978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799384" y="1751763"/>
            <a:ext cx="2905760" cy="234759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1839"/>
              </a:lnSpc>
              <a:spcBef>
                <a:spcPts val="425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HTTP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basic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authentication</a:t>
            </a:r>
            <a:r>
              <a:rPr sz="180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method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25"/>
              </a:spcBef>
            </a:pP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ts val="1839"/>
              </a:lnSpc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HTTP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digest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authentication</a:t>
            </a:r>
            <a:r>
              <a:rPr sz="180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method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25"/>
              </a:spcBef>
            </a:pP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ts val="1839"/>
              </a:lnSpc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Form-based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authentication</a:t>
            </a:r>
            <a:r>
              <a:rPr sz="180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method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388944" y="4445508"/>
            <a:ext cx="3975735" cy="844550"/>
            <a:chOff x="6388944" y="4445508"/>
            <a:chExt cx="3975735" cy="844550"/>
          </a:xfrm>
        </p:grpSpPr>
        <p:sp>
          <p:nvSpPr>
            <p:cNvPr id="21" name="object 21"/>
            <p:cNvSpPr/>
            <p:nvPr/>
          </p:nvSpPr>
          <p:spPr>
            <a:xfrm>
              <a:off x="6393941" y="4781550"/>
              <a:ext cx="3965575" cy="502920"/>
            </a:xfrm>
            <a:custGeom>
              <a:avLst/>
              <a:gdLst/>
              <a:ahLst/>
              <a:cxnLst/>
              <a:rect l="l" t="t" r="r" b="b"/>
              <a:pathLst>
                <a:path w="3965575" h="502920">
                  <a:moveTo>
                    <a:pt x="0" y="0"/>
                  </a:moveTo>
                  <a:lnTo>
                    <a:pt x="3965448" y="0"/>
                  </a:lnTo>
                  <a:lnTo>
                    <a:pt x="3965448" y="502919"/>
                  </a:lnTo>
                  <a:lnTo>
                    <a:pt x="0" y="502919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08064" y="4471416"/>
              <a:ext cx="3651503" cy="66903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43116" y="4445508"/>
              <a:ext cx="3218687" cy="76504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47687" y="4485134"/>
              <a:ext cx="3572255" cy="589788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799384" y="4473362"/>
            <a:ext cx="2905760" cy="5334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1839"/>
              </a:lnSpc>
              <a:spcBef>
                <a:spcPts val="425"/>
              </a:spcBef>
            </a:pPr>
            <a:r>
              <a:rPr sz="1800" dirty="0">
                <a:latin typeface="Courier New"/>
                <a:cs typeface="Courier New"/>
              </a:rPr>
              <a:t>HTTPS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client </a:t>
            </a:r>
            <a:r>
              <a:rPr sz="1800" dirty="0">
                <a:latin typeface="Courier New"/>
                <a:cs typeface="Courier New"/>
              </a:rPr>
              <a:t>authentication</a:t>
            </a:r>
            <a:r>
              <a:rPr sz="1800" spc="-8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method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3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698343" y="1088939"/>
            <a:ext cx="395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Pillars</a:t>
            </a:r>
            <a:r>
              <a:rPr sz="1800" spc="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21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Security/Security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Mechanisms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Jakarta</a:t>
            </a:r>
            <a:r>
              <a:rPr spc="-60" dirty="0"/>
              <a:t> </a:t>
            </a:r>
            <a:r>
              <a:rPr dirty="0"/>
              <a:t>EE</a:t>
            </a:r>
            <a:r>
              <a:rPr spc="-90" dirty="0"/>
              <a:t> </a:t>
            </a:r>
            <a:r>
              <a:rPr dirty="0"/>
              <a:t>Security</a:t>
            </a:r>
            <a:r>
              <a:rPr spc="-50" dirty="0"/>
              <a:t> </a:t>
            </a:r>
            <a:r>
              <a:rPr spc="-25" dirty="0"/>
              <a:t>API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14876" y="1301885"/>
            <a:ext cx="8061325" cy="4255770"/>
            <a:chOff x="2114876" y="1301885"/>
            <a:chExt cx="8061325" cy="4255770"/>
          </a:xfrm>
        </p:grpSpPr>
        <p:sp>
          <p:nvSpPr>
            <p:cNvPr id="4" name="object 4"/>
            <p:cNvSpPr/>
            <p:nvPr/>
          </p:nvSpPr>
          <p:spPr>
            <a:xfrm>
              <a:off x="2124401" y="1311410"/>
              <a:ext cx="892810" cy="4236720"/>
            </a:xfrm>
            <a:custGeom>
              <a:avLst/>
              <a:gdLst/>
              <a:ahLst/>
              <a:cxnLst/>
              <a:rect l="l" t="t" r="r" b="b"/>
              <a:pathLst>
                <a:path w="892810" h="4236720">
                  <a:moveTo>
                    <a:pt x="15290" y="0"/>
                  </a:moveTo>
                  <a:lnTo>
                    <a:pt x="49348" y="34620"/>
                  </a:lnTo>
                  <a:lnTo>
                    <a:pt x="82731" y="69652"/>
                  </a:lnTo>
                  <a:lnTo>
                    <a:pt x="115440" y="105086"/>
                  </a:lnTo>
                  <a:lnTo>
                    <a:pt x="147475" y="140914"/>
                  </a:lnTo>
                  <a:lnTo>
                    <a:pt x="178835" y="177129"/>
                  </a:lnTo>
                  <a:lnTo>
                    <a:pt x="209521" y="213722"/>
                  </a:lnTo>
                  <a:lnTo>
                    <a:pt x="239532" y="250684"/>
                  </a:lnTo>
                  <a:lnTo>
                    <a:pt x="268869" y="288008"/>
                  </a:lnTo>
                  <a:lnTo>
                    <a:pt x="297531" y="325685"/>
                  </a:lnTo>
                  <a:lnTo>
                    <a:pt x="325519" y="363708"/>
                  </a:lnTo>
                  <a:lnTo>
                    <a:pt x="352833" y="402067"/>
                  </a:lnTo>
                  <a:lnTo>
                    <a:pt x="379472" y="440755"/>
                  </a:lnTo>
                  <a:lnTo>
                    <a:pt x="405437" y="479763"/>
                  </a:lnTo>
                  <a:lnTo>
                    <a:pt x="430727" y="519084"/>
                  </a:lnTo>
                  <a:lnTo>
                    <a:pt x="455343" y="558708"/>
                  </a:lnTo>
                  <a:lnTo>
                    <a:pt x="479285" y="598629"/>
                  </a:lnTo>
                  <a:lnTo>
                    <a:pt x="502552" y="638837"/>
                  </a:lnTo>
                  <a:lnTo>
                    <a:pt x="525145" y="679324"/>
                  </a:lnTo>
                  <a:lnTo>
                    <a:pt x="547063" y="720083"/>
                  </a:lnTo>
                  <a:lnTo>
                    <a:pt x="568307" y="761104"/>
                  </a:lnTo>
                  <a:lnTo>
                    <a:pt x="588877" y="802380"/>
                  </a:lnTo>
                  <a:lnTo>
                    <a:pt x="608772" y="843903"/>
                  </a:lnTo>
                  <a:lnTo>
                    <a:pt x="627993" y="885664"/>
                  </a:lnTo>
                  <a:lnTo>
                    <a:pt x="646539" y="927655"/>
                  </a:lnTo>
                  <a:lnTo>
                    <a:pt x="664411" y="969868"/>
                  </a:lnTo>
                  <a:lnTo>
                    <a:pt x="681608" y="1012294"/>
                  </a:lnTo>
                  <a:lnTo>
                    <a:pt x="698131" y="1054926"/>
                  </a:lnTo>
                  <a:lnTo>
                    <a:pt x="713980" y="1097755"/>
                  </a:lnTo>
                  <a:lnTo>
                    <a:pt x="729154" y="1140773"/>
                  </a:lnTo>
                  <a:lnTo>
                    <a:pt x="743654" y="1183972"/>
                  </a:lnTo>
                  <a:lnTo>
                    <a:pt x="757480" y="1227343"/>
                  </a:lnTo>
                  <a:lnTo>
                    <a:pt x="770631" y="1270879"/>
                  </a:lnTo>
                  <a:lnTo>
                    <a:pt x="783107" y="1314571"/>
                  </a:lnTo>
                  <a:lnTo>
                    <a:pt x="794909" y="1358411"/>
                  </a:lnTo>
                  <a:lnTo>
                    <a:pt x="806037" y="1402390"/>
                  </a:lnTo>
                  <a:lnTo>
                    <a:pt x="816491" y="1446501"/>
                  </a:lnTo>
                  <a:lnTo>
                    <a:pt x="826270" y="1490735"/>
                  </a:lnTo>
                  <a:lnTo>
                    <a:pt x="835374" y="1535084"/>
                  </a:lnTo>
                  <a:lnTo>
                    <a:pt x="843804" y="1579540"/>
                  </a:lnTo>
                  <a:lnTo>
                    <a:pt x="851560" y="1624095"/>
                  </a:lnTo>
                  <a:lnTo>
                    <a:pt x="858641" y="1668740"/>
                  </a:lnTo>
                  <a:lnTo>
                    <a:pt x="865048" y="1713467"/>
                  </a:lnTo>
                  <a:lnTo>
                    <a:pt x="870781" y="1758268"/>
                  </a:lnTo>
                  <a:lnTo>
                    <a:pt x="875839" y="1803135"/>
                  </a:lnTo>
                  <a:lnTo>
                    <a:pt x="880222" y="1848059"/>
                  </a:lnTo>
                  <a:lnTo>
                    <a:pt x="883932" y="1893033"/>
                  </a:lnTo>
                  <a:lnTo>
                    <a:pt x="886967" y="1938048"/>
                  </a:lnTo>
                  <a:lnTo>
                    <a:pt x="889327" y="1983095"/>
                  </a:lnTo>
                  <a:lnTo>
                    <a:pt x="891013" y="2028168"/>
                  </a:lnTo>
                  <a:lnTo>
                    <a:pt x="892025" y="2073256"/>
                  </a:lnTo>
                  <a:lnTo>
                    <a:pt x="892362" y="2118353"/>
                  </a:lnTo>
                  <a:lnTo>
                    <a:pt x="892025" y="2163450"/>
                  </a:lnTo>
                  <a:lnTo>
                    <a:pt x="891013" y="2208539"/>
                  </a:lnTo>
                  <a:lnTo>
                    <a:pt x="889327" y="2253611"/>
                  </a:lnTo>
                  <a:lnTo>
                    <a:pt x="886967" y="2298659"/>
                  </a:lnTo>
                  <a:lnTo>
                    <a:pt x="883932" y="2343673"/>
                  </a:lnTo>
                  <a:lnTo>
                    <a:pt x="880222" y="2388647"/>
                  </a:lnTo>
                  <a:lnTo>
                    <a:pt x="875839" y="2433571"/>
                  </a:lnTo>
                  <a:lnTo>
                    <a:pt x="870781" y="2478438"/>
                  </a:lnTo>
                  <a:lnTo>
                    <a:pt x="865048" y="2523239"/>
                  </a:lnTo>
                  <a:lnTo>
                    <a:pt x="858641" y="2567966"/>
                  </a:lnTo>
                  <a:lnTo>
                    <a:pt x="851560" y="2612611"/>
                  </a:lnTo>
                  <a:lnTo>
                    <a:pt x="843804" y="2657166"/>
                  </a:lnTo>
                  <a:lnTo>
                    <a:pt x="835374" y="2701622"/>
                  </a:lnTo>
                  <a:lnTo>
                    <a:pt x="826270" y="2745971"/>
                  </a:lnTo>
                  <a:lnTo>
                    <a:pt x="816491" y="2790205"/>
                  </a:lnTo>
                  <a:lnTo>
                    <a:pt x="806037" y="2834316"/>
                  </a:lnTo>
                  <a:lnTo>
                    <a:pt x="794909" y="2878296"/>
                  </a:lnTo>
                  <a:lnTo>
                    <a:pt x="783107" y="2922135"/>
                  </a:lnTo>
                  <a:lnTo>
                    <a:pt x="770631" y="2965827"/>
                  </a:lnTo>
                  <a:lnTo>
                    <a:pt x="757480" y="3009363"/>
                  </a:lnTo>
                  <a:lnTo>
                    <a:pt x="743654" y="3052734"/>
                  </a:lnTo>
                  <a:lnTo>
                    <a:pt x="729154" y="3095933"/>
                  </a:lnTo>
                  <a:lnTo>
                    <a:pt x="713980" y="3138951"/>
                  </a:lnTo>
                  <a:lnTo>
                    <a:pt x="698131" y="3181780"/>
                  </a:lnTo>
                  <a:lnTo>
                    <a:pt x="681608" y="3224412"/>
                  </a:lnTo>
                  <a:lnTo>
                    <a:pt x="664411" y="3266839"/>
                  </a:lnTo>
                  <a:lnTo>
                    <a:pt x="646539" y="3309051"/>
                  </a:lnTo>
                  <a:lnTo>
                    <a:pt x="627993" y="3351042"/>
                  </a:lnTo>
                  <a:lnTo>
                    <a:pt x="608772" y="3392803"/>
                  </a:lnTo>
                  <a:lnTo>
                    <a:pt x="588877" y="3434326"/>
                  </a:lnTo>
                  <a:lnTo>
                    <a:pt x="568307" y="3475602"/>
                  </a:lnTo>
                  <a:lnTo>
                    <a:pt x="547063" y="3516624"/>
                  </a:lnTo>
                  <a:lnTo>
                    <a:pt x="525145" y="3557382"/>
                  </a:lnTo>
                  <a:lnTo>
                    <a:pt x="502552" y="3597870"/>
                  </a:lnTo>
                  <a:lnTo>
                    <a:pt x="479285" y="3638078"/>
                  </a:lnTo>
                  <a:lnTo>
                    <a:pt x="455343" y="3677998"/>
                  </a:lnTo>
                  <a:lnTo>
                    <a:pt x="430727" y="3717623"/>
                  </a:lnTo>
                  <a:lnTo>
                    <a:pt x="405437" y="3756943"/>
                  </a:lnTo>
                  <a:lnTo>
                    <a:pt x="379472" y="3795951"/>
                  </a:lnTo>
                  <a:lnTo>
                    <a:pt x="352833" y="3834639"/>
                  </a:lnTo>
                  <a:lnTo>
                    <a:pt x="325519" y="3872999"/>
                  </a:lnTo>
                  <a:lnTo>
                    <a:pt x="297531" y="3911021"/>
                  </a:lnTo>
                  <a:lnTo>
                    <a:pt x="268869" y="3948698"/>
                  </a:lnTo>
                  <a:lnTo>
                    <a:pt x="239532" y="3986022"/>
                  </a:lnTo>
                  <a:lnTo>
                    <a:pt x="209521" y="4022985"/>
                  </a:lnTo>
                  <a:lnTo>
                    <a:pt x="178835" y="4059577"/>
                  </a:lnTo>
                  <a:lnTo>
                    <a:pt x="147475" y="4095792"/>
                  </a:lnTo>
                  <a:lnTo>
                    <a:pt x="115440" y="4131621"/>
                  </a:lnTo>
                  <a:lnTo>
                    <a:pt x="82731" y="4167055"/>
                  </a:lnTo>
                  <a:lnTo>
                    <a:pt x="49348" y="4202086"/>
                  </a:lnTo>
                  <a:lnTo>
                    <a:pt x="15290" y="4236707"/>
                  </a:lnTo>
                  <a:lnTo>
                    <a:pt x="0" y="4221403"/>
                  </a:lnTo>
                  <a:lnTo>
                    <a:pt x="33811" y="4187033"/>
                  </a:lnTo>
                  <a:lnTo>
                    <a:pt x="66953" y="4152255"/>
                  </a:lnTo>
                  <a:lnTo>
                    <a:pt x="99425" y="4117077"/>
                  </a:lnTo>
                  <a:lnTo>
                    <a:pt x="131228" y="4081507"/>
                  </a:lnTo>
                  <a:lnTo>
                    <a:pt x="162361" y="4045554"/>
                  </a:lnTo>
                  <a:lnTo>
                    <a:pt x="192825" y="4009226"/>
                  </a:lnTo>
                  <a:lnTo>
                    <a:pt x="222619" y="3972531"/>
                  </a:lnTo>
                  <a:lnTo>
                    <a:pt x="251744" y="3935476"/>
                  </a:lnTo>
                  <a:lnTo>
                    <a:pt x="280199" y="3898071"/>
                  </a:lnTo>
                  <a:lnTo>
                    <a:pt x="307985" y="3860324"/>
                  </a:lnTo>
                  <a:lnTo>
                    <a:pt x="335101" y="3822242"/>
                  </a:lnTo>
                  <a:lnTo>
                    <a:pt x="361547" y="3783833"/>
                  </a:lnTo>
                  <a:lnTo>
                    <a:pt x="387324" y="3745107"/>
                  </a:lnTo>
                  <a:lnTo>
                    <a:pt x="412432" y="3706070"/>
                  </a:lnTo>
                  <a:lnTo>
                    <a:pt x="436870" y="3666732"/>
                  </a:lnTo>
                  <a:lnTo>
                    <a:pt x="460638" y="3627100"/>
                  </a:lnTo>
                  <a:lnTo>
                    <a:pt x="483737" y="3587183"/>
                  </a:lnTo>
                  <a:lnTo>
                    <a:pt x="506167" y="3546988"/>
                  </a:lnTo>
                  <a:lnTo>
                    <a:pt x="527926" y="3506524"/>
                  </a:lnTo>
                  <a:lnTo>
                    <a:pt x="549017" y="3465799"/>
                  </a:lnTo>
                  <a:lnTo>
                    <a:pt x="569437" y="3424821"/>
                  </a:lnTo>
                  <a:lnTo>
                    <a:pt x="589189" y="3383598"/>
                  </a:lnTo>
                  <a:lnTo>
                    <a:pt x="608270" y="3342139"/>
                  </a:lnTo>
                  <a:lnTo>
                    <a:pt x="626683" y="3300451"/>
                  </a:lnTo>
                  <a:lnTo>
                    <a:pt x="644425" y="3258543"/>
                  </a:lnTo>
                  <a:lnTo>
                    <a:pt x="661498" y="3216423"/>
                  </a:lnTo>
                  <a:lnTo>
                    <a:pt x="677902" y="3174099"/>
                  </a:lnTo>
                  <a:lnTo>
                    <a:pt x="693636" y="3131579"/>
                  </a:lnTo>
                  <a:lnTo>
                    <a:pt x="708700" y="3088872"/>
                  </a:lnTo>
                  <a:lnTo>
                    <a:pt x="723095" y="3045985"/>
                  </a:lnTo>
                  <a:lnTo>
                    <a:pt x="736821" y="3002927"/>
                  </a:lnTo>
                  <a:lnTo>
                    <a:pt x="749877" y="2959706"/>
                  </a:lnTo>
                  <a:lnTo>
                    <a:pt x="762263" y="2916329"/>
                  </a:lnTo>
                  <a:lnTo>
                    <a:pt x="773980" y="2872806"/>
                  </a:lnTo>
                  <a:lnTo>
                    <a:pt x="785027" y="2829144"/>
                  </a:lnTo>
                  <a:lnTo>
                    <a:pt x="795405" y="2785352"/>
                  </a:lnTo>
                  <a:lnTo>
                    <a:pt x="805113" y="2741437"/>
                  </a:lnTo>
                  <a:lnTo>
                    <a:pt x="814152" y="2697409"/>
                  </a:lnTo>
                  <a:lnTo>
                    <a:pt x="822521" y="2653274"/>
                  </a:lnTo>
                  <a:lnTo>
                    <a:pt x="830221" y="2609041"/>
                  </a:lnTo>
                  <a:lnTo>
                    <a:pt x="837251" y="2564718"/>
                  </a:lnTo>
                  <a:lnTo>
                    <a:pt x="843611" y="2520314"/>
                  </a:lnTo>
                  <a:lnTo>
                    <a:pt x="849302" y="2475836"/>
                  </a:lnTo>
                  <a:lnTo>
                    <a:pt x="854324" y="2431294"/>
                  </a:lnTo>
                  <a:lnTo>
                    <a:pt x="858676" y="2386694"/>
                  </a:lnTo>
                  <a:lnTo>
                    <a:pt x="862358" y="2342045"/>
                  </a:lnTo>
                  <a:lnTo>
                    <a:pt x="865371" y="2297355"/>
                  </a:lnTo>
                  <a:lnTo>
                    <a:pt x="867714" y="2252633"/>
                  </a:lnTo>
                  <a:lnTo>
                    <a:pt x="869388" y="2207886"/>
                  </a:lnTo>
                  <a:lnTo>
                    <a:pt x="870393" y="2163123"/>
                  </a:lnTo>
                  <a:lnTo>
                    <a:pt x="870727" y="2118352"/>
                  </a:lnTo>
                  <a:lnTo>
                    <a:pt x="870393" y="2073580"/>
                  </a:lnTo>
                  <a:lnTo>
                    <a:pt x="869388" y="2028817"/>
                  </a:lnTo>
                  <a:lnTo>
                    <a:pt x="867714" y="1984070"/>
                  </a:lnTo>
                  <a:lnTo>
                    <a:pt x="865371" y="1939348"/>
                  </a:lnTo>
                  <a:lnTo>
                    <a:pt x="862358" y="1894658"/>
                  </a:lnTo>
                  <a:lnTo>
                    <a:pt x="858676" y="1850009"/>
                  </a:lnTo>
                  <a:lnTo>
                    <a:pt x="854324" y="1805409"/>
                  </a:lnTo>
                  <a:lnTo>
                    <a:pt x="849302" y="1760866"/>
                  </a:lnTo>
                  <a:lnTo>
                    <a:pt x="843611" y="1716389"/>
                  </a:lnTo>
                  <a:lnTo>
                    <a:pt x="837251" y="1671985"/>
                  </a:lnTo>
                  <a:lnTo>
                    <a:pt x="830221" y="1627662"/>
                  </a:lnTo>
                  <a:lnTo>
                    <a:pt x="822521" y="1583429"/>
                  </a:lnTo>
                  <a:lnTo>
                    <a:pt x="814152" y="1539294"/>
                  </a:lnTo>
                  <a:lnTo>
                    <a:pt x="805113" y="1495265"/>
                  </a:lnTo>
                  <a:lnTo>
                    <a:pt x="795405" y="1451350"/>
                  </a:lnTo>
                  <a:lnTo>
                    <a:pt x="785027" y="1407558"/>
                  </a:lnTo>
                  <a:lnTo>
                    <a:pt x="773980" y="1363896"/>
                  </a:lnTo>
                  <a:lnTo>
                    <a:pt x="762263" y="1320373"/>
                  </a:lnTo>
                  <a:lnTo>
                    <a:pt x="749877" y="1276996"/>
                  </a:lnTo>
                  <a:lnTo>
                    <a:pt x="736821" y="1233775"/>
                  </a:lnTo>
                  <a:lnTo>
                    <a:pt x="723095" y="1190716"/>
                  </a:lnTo>
                  <a:lnTo>
                    <a:pt x="708700" y="1147829"/>
                  </a:lnTo>
                  <a:lnTo>
                    <a:pt x="693636" y="1105122"/>
                  </a:lnTo>
                  <a:lnTo>
                    <a:pt x="677902" y="1062602"/>
                  </a:lnTo>
                  <a:lnTo>
                    <a:pt x="661498" y="1020278"/>
                  </a:lnTo>
                  <a:lnTo>
                    <a:pt x="644425" y="978158"/>
                  </a:lnTo>
                  <a:lnTo>
                    <a:pt x="626683" y="936249"/>
                  </a:lnTo>
                  <a:lnTo>
                    <a:pt x="608270" y="894562"/>
                  </a:lnTo>
                  <a:lnTo>
                    <a:pt x="589189" y="853102"/>
                  </a:lnTo>
                  <a:lnTo>
                    <a:pt x="569437" y="811879"/>
                  </a:lnTo>
                  <a:lnTo>
                    <a:pt x="549017" y="770901"/>
                  </a:lnTo>
                  <a:lnTo>
                    <a:pt x="527926" y="730176"/>
                  </a:lnTo>
                  <a:lnTo>
                    <a:pt x="506167" y="689711"/>
                  </a:lnTo>
                  <a:lnTo>
                    <a:pt x="483737" y="649516"/>
                  </a:lnTo>
                  <a:lnTo>
                    <a:pt x="460638" y="609598"/>
                  </a:lnTo>
                  <a:lnTo>
                    <a:pt x="436870" y="569966"/>
                  </a:lnTo>
                  <a:lnTo>
                    <a:pt x="412432" y="530628"/>
                  </a:lnTo>
                  <a:lnTo>
                    <a:pt x="387324" y="491591"/>
                  </a:lnTo>
                  <a:lnTo>
                    <a:pt x="361547" y="452864"/>
                  </a:lnTo>
                  <a:lnTo>
                    <a:pt x="335101" y="414455"/>
                  </a:lnTo>
                  <a:lnTo>
                    <a:pt x="307985" y="376373"/>
                  </a:lnTo>
                  <a:lnTo>
                    <a:pt x="280199" y="338625"/>
                  </a:lnTo>
                  <a:lnTo>
                    <a:pt x="251744" y="301220"/>
                  </a:lnTo>
                  <a:lnTo>
                    <a:pt x="222619" y="264165"/>
                  </a:lnTo>
                  <a:lnTo>
                    <a:pt x="192825" y="227470"/>
                  </a:lnTo>
                  <a:lnTo>
                    <a:pt x="162361" y="191141"/>
                  </a:lnTo>
                  <a:lnTo>
                    <a:pt x="131228" y="155188"/>
                  </a:lnTo>
                  <a:lnTo>
                    <a:pt x="99425" y="119618"/>
                  </a:lnTo>
                  <a:lnTo>
                    <a:pt x="66953" y="84440"/>
                  </a:lnTo>
                  <a:lnTo>
                    <a:pt x="33811" y="49661"/>
                  </a:lnTo>
                  <a:lnTo>
                    <a:pt x="0" y="15290"/>
                  </a:lnTo>
                  <a:lnTo>
                    <a:pt x="15290" y="0"/>
                  </a:lnTo>
                  <a:close/>
                </a:path>
              </a:pathLst>
            </a:custGeom>
            <a:ln w="19050">
              <a:solidFill>
                <a:srgbClr val="4340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59557" y="1547621"/>
              <a:ext cx="7589520" cy="684530"/>
            </a:xfrm>
            <a:custGeom>
              <a:avLst/>
              <a:gdLst/>
              <a:ahLst/>
              <a:cxnLst/>
              <a:rect l="l" t="t" r="r" b="b"/>
              <a:pathLst>
                <a:path w="7589520" h="684530">
                  <a:moveTo>
                    <a:pt x="7589520" y="0"/>
                  </a:moveTo>
                  <a:lnTo>
                    <a:pt x="0" y="0"/>
                  </a:lnTo>
                  <a:lnTo>
                    <a:pt x="0" y="684276"/>
                  </a:lnTo>
                  <a:lnTo>
                    <a:pt x="7589520" y="684276"/>
                  </a:lnTo>
                  <a:lnTo>
                    <a:pt x="7589520" y="0"/>
                  </a:lnTo>
                  <a:close/>
                </a:path>
              </a:pathLst>
            </a:custGeom>
            <a:solidFill>
              <a:srgbClr val="5552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32565" y="1520629"/>
              <a:ext cx="7643495" cy="738505"/>
            </a:xfrm>
            <a:custGeom>
              <a:avLst/>
              <a:gdLst/>
              <a:ahLst/>
              <a:cxnLst/>
              <a:rect l="l" t="t" r="r" b="b"/>
              <a:pathLst>
                <a:path w="7643495" h="738505">
                  <a:moveTo>
                    <a:pt x="26987" y="0"/>
                  </a:moveTo>
                  <a:lnTo>
                    <a:pt x="19837" y="0"/>
                  </a:lnTo>
                  <a:lnTo>
                    <a:pt x="12966" y="2844"/>
                  </a:lnTo>
                  <a:lnTo>
                    <a:pt x="2844" y="12966"/>
                  </a:lnTo>
                  <a:lnTo>
                    <a:pt x="0" y="19837"/>
                  </a:lnTo>
                  <a:lnTo>
                    <a:pt x="0" y="718426"/>
                  </a:lnTo>
                  <a:lnTo>
                    <a:pt x="2844" y="725284"/>
                  </a:lnTo>
                  <a:lnTo>
                    <a:pt x="12966" y="735406"/>
                  </a:lnTo>
                  <a:lnTo>
                    <a:pt x="19837" y="738250"/>
                  </a:lnTo>
                  <a:lnTo>
                    <a:pt x="7623670" y="738250"/>
                  </a:lnTo>
                  <a:lnTo>
                    <a:pt x="7630528" y="735406"/>
                  </a:lnTo>
                  <a:lnTo>
                    <a:pt x="7640650" y="725284"/>
                  </a:lnTo>
                  <a:lnTo>
                    <a:pt x="7642731" y="720267"/>
                  </a:lnTo>
                  <a:lnTo>
                    <a:pt x="24599" y="720267"/>
                  </a:lnTo>
                  <a:lnTo>
                    <a:pt x="22313" y="719315"/>
                  </a:lnTo>
                  <a:lnTo>
                    <a:pt x="18948" y="715937"/>
                  </a:lnTo>
                  <a:lnTo>
                    <a:pt x="17995" y="713651"/>
                  </a:lnTo>
                  <a:lnTo>
                    <a:pt x="17995" y="24612"/>
                  </a:lnTo>
                  <a:lnTo>
                    <a:pt x="18948" y="22313"/>
                  </a:lnTo>
                  <a:lnTo>
                    <a:pt x="22313" y="18948"/>
                  </a:lnTo>
                  <a:lnTo>
                    <a:pt x="24599" y="17995"/>
                  </a:lnTo>
                  <a:lnTo>
                    <a:pt x="26987" y="17995"/>
                  </a:lnTo>
                  <a:lnTo>
                    <a:pt x="26987" y="0"/>
                  </a:lnTo>
                  <a:close/>
                </a:path>
                <a:path w="7643495" h="738505">
                  <a:moveTo>
                    <a:pt x="7623670" y="0"/>
                  </a:moveTo>
                  <a:lnTo>
                    <a:pt x="26987" y="0"/>
                  </a:lnTo>
                  <a:lnTo>
                    <a:pt x="26987" y="17995"/>
                  </a:lnTo>
                  <a:lnTo>
                    <a:pt x="7618895" y="17995"/>
                  </a:lnTo>
                  <a:lnTo>
                    <a:pt x="7621193" y="18948"/>
                  </a:lnTo>
                  <a:lnTo>
                    <a:pt x="7624559" y="22313"/>
                  </a:lnTo>
                  <a:lnTo>
                    <a:pt x="7625511" y="24612"/>
                  </a:lnTo>
                  <a:lnTo>
                    <a:pt x="7625511" y="713651"/>
                  </a:lnTo>
                  <a:lnTo>
                    <a:pt x="7624559" y="715937"/>
                  </a:lnTo>
                  <a:lnTo>
                    <a:pt x="7621193" y="719315"/>
                  </a:lnTo>
                  <a:lnTo>
                    <a:pt x="7618895" y="720267"/>
                  </a:lnTo>
                  <a:lnTo>
                    <a:pt x="7642731" y="720267"/>
                  </a:lnTo>
                  <a:lnTo>
                    <a:pt x="7643495" y="718426"/>
                  </a:lnTo>
                  <a:lnTo>
                    <a:pt x="7643495" y="19837"/>
                  </a:lnTo>
                  <a:lnTo>
                    <a:pt x="7640650" y="12966"/>
                  </a:lnTo>
                  <a:lnTo>
                    <a:pt x="7630528" y="2844"/>
                  </a:lnTo>
                  <a:lnTo>
                    <a:pt x="7623670" y="0"/>
                  </a:lnTo>
                  <a:close/>
                </a:path>
                <a:path w="7643495" h="738505">
                  <a:moveTo>
                    <a:pt x="7600886" y="35991"/>
                  </a:moveTo>
                  <a:lnTo>
                    <a:pt x="42608" y="35991"/>
                  </a:lnTo>
                  <a:lnTo>
                    <a:pt x="40297" y="36944"/>
                  </a:lnTo>
                  <a:lnTo>
                    <a:pt x="36944" y="40297"/>
                  </a:lnTo>
                  <a:lnTo>
                    <a:pt x="35991" y="42621"/>
                  </a:lnTo>
                  <a:lnTo>
                    <a:pt x="35991" y="695642"/>
                  </a:lnTo>
                  <a:lnTo>
                    <a:pt x="36944" y="697966"/>
                  </a:lnTo>
                  <a:lnTo>
                    <a:pt x="40297" y="701306"/>
                  </a:lnTo>
                  <a:lnTo>
                    <a:pt x="42608" y="702271"/>
                  </a:lnTo>
                  <a:lnTo>
                    <a:pt x="7600886" y="702271"/>
                  </a:lnTo>
                  <a:lnTo>
                    <a:pt x="7603210" y="701306"/>
                  </a:lnTo>
                  <a:lnTo>
                    <a:pt x="7606550" y="697966"/>
                  </a:lnTo>
                  <a:lnTo>
                    <a:pt x="7607515" y="695642"/>
                  </a:lnTo>
                  <a:lnTo>
                    <a:pt x="7607515" y="693280"/>
                  </a:lnTo>
                  <a:lnTo>
                    <a:pt x="44983" y="693280"/>
                  </a:lnTo>
                  <a:lnTo>
                    <a:pt x="44983" y="684275"/>
                  </a:lnTo>
                  <a:lnTo>
                    <a:pt x="53975" y="684275"/>
                  </a:lnTo>
                  <a:lnTo>
                    <a:pt x="53975" y="53974"/>
                  </a:lnTo>
                  <a:lnTo>
                    <a:pt x="44983" y="53974"/>
                  </a:lnTo>
                  <a:lnTo>
                    <a:pt x="44983" y="44983"/>
                  </a:lnTo>
                  <a:lnTo>
                    <a:pt x="7607515" y="44983"/>
                  </a:lnTo>
                  <a:lnTo>
                    <a:pt x="7607515" y="42621"/>
                  </a:lnTo>
                  <a:lnTo>
                    <a:pt x="7606563" y="40297"/>
                  </a:lnTo>
                  <a:lnTo>
                    <a:pt x="7603210" y="36944"/>
                  </a:lnTo>
                  <a:lnTo>
                    <a:pt x="7600886" y="35991"/>
                  </a:lnTo>
                  <a:close/>
                </a:path>
                <a:path w="7643495" h="738505">
                  <a:moveTo>
                    <a:pt x="53975" y="684275"/>
                  </a:moveTo>
                  <a:lnTo>
                    <a:pt x="44983" y="684275"/>
                  </a:lnTo>
                  <a:lnTo>
                    <a:pt x="44983" y="693280"/>
                  </a:lnTo>
                  <a:lnTo>
                    <a:pt x="53975" y="693280"/>
                  </a:lnTo>
                  <a:lnTo>
                    <a:pt x="53975" y="684275"/>
                  </a:lnTo>
                  <a:close/>
                </a:path>
                <a:path w="7643495" h="738505">
                  <a:moveTo>
                    <a:pt x="7589520" y="684275"/>
                  </a:moveTo>
                  <a:lnTo>
                    <a:pt x="53975" y="684275"/>
                  </a:lnTo>
                  <a:lnTo>
                    <a:pt x="53975" y="693280"/>
                  </a:lnTo>
                  <a:lnTo>
                    <a:pt x="7589520" y="693280"/>
                  </a:lnTo>
                  <a:lnTo>
                    <a:pt x="7589520" y="684275"/>
                  </a:lnTo>
                  <a:close/>
                </a:path>
                <a:path w="7643495" h="738505">
                  <a:moveTo>
                    <a:pt x="7598524" y="44983"/>
                  </a:moveTo>
                  <a:lnTo>
                    <a:pt x="7589520" y="44983"/>
                  </a:lnTo>
                  <a:lnTo>
                    <a:pt x="7589520" y="693280"/>
                  </a:lnTo>
                  <a:lnTo>
                    <a:pt x="7598524" y="693280"/>
                  </a:lnTo>
                  <a:lnTo>
                    <a:pt x="7598524" y="684275"/>
                  </a:lnTo>
                  <a:lnTo>
                    <a:pt x="7607515" y="684275"/>
                  </a:lnTo>
                  <a:lnTo>
                    <a:pt x="7607515" y="53974"/>
                  </a:lnTo>
                  <a:lnTo>
                    <a:pt x="7598524" y="53974"/>
                  </a:lnTo>
                  <a:lnTo>
                    <a:pt x="7598524" y="44983"/>
                  </a:lnTo>
                  <a:close/>
                </a:path>
                <a:path w="7643495" h="738505">
                  <a:moveTo>
                    <a:pt x="7607515" y="684275"/>
                  </a:moveTo>
                  <a:lnTo>
                    <a:pt x="7598524" y="684275"/>
                  </a:lnTo>
                  <a:lnTo>
                    <a:pt x="7598524" y="693280"/>
                  </a:lnTo>
                  <a:lnTo>
                    <a:pt x="7607515" y="693280"/>
                  </a:lnTo>
                  <a:lnTo>
                    <a:pt x="7607515" y="684275"/>
                  </a:lnTo>
                  <a:close/>
                </a:path>
                <a:path w="7643495" h="738505">
                  <a:moveTo>
                    <a:pt x="53975" y="44983"/>
                  </a:moveTo>
                  <a:lnTo>
                    <a:pt x="44983" y="44983"/>
                  </a:lnTo>
                  <a:lnTo>
                    <a:pt x="44983" y="53974"/>
                  </a:lnTo>
                  <a:lnTo>
                    <a:pt x="53975" y="53974"/>
                  </a:lnTo>
                  <a:lnTo>
                    <a:pt x="53975" y="44983"/>
                  </a:lnTo>
                  <a:close/>
                </a:path>
                <a:path w="7643495" h="738505">
                  <a:moveTo>
                    <a:pt x="7589520" y="44983"/>
                  </a:moveTo>
                  <a:lnTo>
                    <a:pt x="53975" y="44983"/>
                  </a:lnTo>
                  <a:lnTo>
                    <a:pt x="53975" y="53974"/>
                  </a:lnTo>
                  <a:lnTo>
                    <a:pt x="7589520" y="53974"/>
                  </a:lnTo>
                  <a:lnTo>
                    <a:pt x="7589520" y="44983"/>
                  </a:lnTo>
                  <a:close/>
                </a:path>
                <a:path w="7643495" h="738505">
                  <a:moveTo>
                    <a:pt x="7607515" y="44983"/>
                  </a:moveTo>
                  <a:lnTo>
                    <a:pt x="7598524" y="44983"/>
                  </a:lnTo>
                  <a:lnTo>
                    <a:pt x="7598524" y="53974"/>
                  </a:lnTo>
                  <a:lnTo>
                    <a:pt x="7607515" y="53974"/>
                  </a:lnTo>
                  <a:lnTo>
                    <a:pt x="7607515" y="4498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089363" y="1712941"/>
            <a:ext cx="3043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Establishes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servlet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annotations.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21789" y="1452752"/>
            <a:ext cx="8054340" cy="1833880"/>
            <a:chOff x="2121789" y="1452752"/>
            <a:chExt cx="8054340" cy="1833880"/>
          </a:xfrm>
        </p:grpSpPr>
        <p:sp>
          <p:nvSpPr>
            <p:cNvPr id="9" name="object 9"/>
            <p:cNvSpPr/>
            <p:nvPr/>
          </p:nvSpPr>
          <p:spPr>
            <a:xfrm>
              <a:off x="2131314" y="1462277"/>
              <a:ext cx="856615" cy="855344"/>
            </a:xfrm>
            <a:custGeom>
              <a:avLst/>
              <a:gdLst/>
              <a:ahLst/>
              <a:cxnLst/>
              <a:rect l="l" t="t" r="r" b="b"/>
              <a:pathLst>
                <a:path w="856614" h="855344">
                  <a:moveTo>
                    <a:pt x="428244" y="0"/>
                  </a:moveTo>
                  <a:lnTo>
                    <a:pt x="381582" y="2508"/>
                  </a:lnTo>
                  <a:lnTo>
                    <a:pt x="336375" y="9859"/>
                  </a:lnTo>
                  <a:lnTo>
                    <a:pt x="292885" y="21793"/>
                  </a:lnTo>
                  <a:lnTo>
                    <a:pt x="251374" y="38048"/>
                  </a:lnTo>
                  <a:lnTo>
                    <a:pt x="212101" y="58363"/>
                  </a:lnTo>
                  <a:lnTo>
                    <a:pt x="175328" y="82478"/>
                  </a:lnTo>
                  <a:lnTo>
                    <a:pt x="141318" y="110133"/>
                  </a:lnTo>
                  <a:lnTo>
                    <a:pt x="110330" y="141065"/>
                  </a:lnTo>
                  <a:lnTo>
                    <a:pt x="82626" y="175016"/>
                  </a:lnTo>
                  <a:lnTo>
                    <a:pt x="58467" y="211723"/>
                  </a:lnTo>
                  <a:lnTo>
                    <a:pt x="38116" y="250926"/>
                  </a:lnTo>
                  <a:lnTo>
                    <a:pt x="21832" y="292364"/>
                  </a:lnTo>
                  <a:lnTo>
                    <a:pt x="9877" y="335776"/>
                  </a:lnTo>
                  <a:lnTo>
                    <a:pt x="2512" y="380902"/>
                  </a:lnTo>
                  <a:lnTo>
                    <a:pt x="0" y="427482"/>
                  </a:lnTo>
                  <a:lnTo>
                    <a:pt x="2512" y="474061"/>
                  </a:lnTo>
                  <a:lnTo>
                    <a:pt x="9877" y="519187"/>
                  </a:lnTo>
                  <a:lnTo>
                    <a:pt x="21832" y="562599"/>
                  </a:lnTo>
                  <a:lnTo>
                    <a:pt x="38116" y="604037"/>
                  </a:lnTo>
                  <a:lnTo>
                    <a:pt x="58467" y="643240"/>
                  </a:lnTo>
                  <a:lnTo>
                    <a:pt x="82626" y="679947"/>
                  </a:lnTo>
                  <a:lnTo>
                    <a:pt x="110330" y="713898"/>
                  </a:lnTo>
                  <a:lnTo>
                    <a:pt x="141318" y="744830"/>
                  </a:lnTo>
                  <a:lnTo>
                    <a:pt x="175328" y="772485"/>
                  </a:lnTo>
                  <a:lnTo>
                    <a:pt x="212101" y="796600"/>
                  </a:lnTo>
                  <a:lnTo>
                    <a:pt x="251374" y="816915"/>
                  </a:lnTo>
                  <a:lnTo>
                    <a:pt x="292885" y="833170"/>
                  </a:lnTo>
                  <a:lnTo>
                    <a:pt x="336375" y="845104"/>
                  </a:lnTo>
                  <a:lnTo>
                    <a:pt x="381582" y="852455"/>
                  </a:lnTo>
                  <a:lnTo>
                    <a:pt x="428244" y="854964"/>
                  </a:lnTo>
                  <a:lnTo>
                    <a:pt x="474905" y="852455"/>
                  </a:lnTo>
                  <a:lnTo>
                    <a:pt x="520112" y="845104"/>
                  </a:lnTo>
                  <a:lnTo>
                    <a:pt x="563602" y="833170"/>
                  </a:lnTo>
                  <a:lnTo>
                    <a:pt x="605113" y="816915"/>
                  </a:lnTo>
                  <a:lnTo>
                    <a:pt x="644386" y="796600"/>
                  </a:lnTo>
                  <a:lnTo>
                    <a:pt x="681159" y="772485"/>
                  </a:lnTo>
                  <a:lnTo>
                    <a:pt x="715169" y="744830"/>
                  </a:lnTo>
                  <a:lnTo>
                    <a:pt x="746157" y="713898"/>
                  </a:lnTo>
                  <a:lnTo>
                    <a:pt x="773861" y="679947"/>
                  </a:lnTo>
                  <a:lnTo>
                    <a:pt x="798020" y="643240"/>
                  </a:lnTo>
                  <a:lnTo>
                    <a:pt x="818371" y="604037"/>
                  </a:lnTo>
                  <a:lnTo>
                    <a:pt x="834655" y="562599"/>
                  </a:lnTo>
                  <a:lnTo>
                    <a:pt x="846610" y="519187"/>
                  </a:lnTo>
                  <a:lnTo>
                    <a:pt x="853975" y="474061"/>
                  </a:lnTo>
                  <a:lnTo>
                    <a:pt x="856488" y="427482"/>
                  </a:lnTo>
                  <a:lnTo>
                    <a:pt x="853975" y="380902"/>
                  </a:lnTo>
                  <a:lnTo>
                    <a:pt x="846610" y="335776"/>
                  </a:lnTo>
                  <a:lnTo>
                    <a:pt x="834655" y="292364"/>
                  </a:lnTo>
                  <a:lnTo>
                    <a:pt x="818371" y="250926"/>
                  </a:lnTo>
                  <a:lnTo>
                    <a:pt x="798020" y="211723"/>
                  </a:lnTo>
                  <a:lnTo>
                    <a:pt x="773861" y="175016"/>
                  </a:lnTo>
                  <a:lnTo>
                    <a:pt x="746157" y="141065"/>
                  </a:lnTo>
                  <a:lnTo>
                    <a:pt x="715169" y="110133"/>
                  </a:lnTo>
                  <a:lnTo>
                    <a:pt x="681159" y="82478"/>
                  </a:lnTo>
                  <a:lnTo>
                    <a:pt x="644386" y="58363"/>
                  </a:lnTo>
                  <a:lnTo>
                    <a:pt x="605113" y="38048"/>
                  </a:lnTo>
                  <a:lnTo>
                    <a:pt x="563602" y="21793"/>
                  </a:lnTo>
                  <a:lnTo>
                    <a:pt x="520112" y="9859"/>
                  </a:lnTo>
                  <a:lnTo>
                    <a:pt x="474905" y="2508"/>
                  </a:lnTo>
                  <a:lnTo>
                    <a:pt x="42824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31314" y="1462277"/>
              <a:ext cx="856615" cy="855344"/>
            </a:xfrm>
            <a:custGeom>
              <a:avLst/>
              <a:gdLst/>
              <a:ahLst/>
              <a:cxnLst/>
              <a:rect l="l" t="t" r="r" b="b"/>
              <a:pathLst>
                <a:path w="856614" h="855344">
                  <a:moveTo>
                    <a:pt x="0" y="427482"/>
                  </a:moveTo>
                  <a:lnTo>
                    <a:pt x="2512" y="380902"/>
                  </a:lnTo>
                  <a:lnTo>
                    <a:pt x="9877" y="335776"/>
                  </a:lnTo>
                  <a:lnTo>
                    <a:pt x="21832" y="292364"/>
                  </a:lnTo>
                  <a:lnTo>
                    <a:pt x="38116" y="250926"/>
                  </a:lnTo>
                  <a:lnTo>
                    <a:pt x="58467" y="211723"/>
                  </a:lnTo>
                  <a:lnTo>
                    <a:pt x="82626" y="175016"/>
                  </a:lnTo>
                  <a:lnTo>
                    <a:pt x="110330" y="141065"/>
                  </a:lnTo>
                  <a:lnTo>
                    <a:pt x="141318" y="110133"/>
                  </a:lnTo>
                  <a:lnTo>
                    <a:pt x="175328" y="82478"/>
                  </a:lnTo>
                  <a:lnTo>
                    <a:pt x="212101" y="58363"/>
                  </a:lnTo>
                  <a:lnTo>
                    <a:pt x="251374" y="38048"/>
                  </a:lnTo>
                  <a:lnTo>
                    <a:pt x="292885" y="21793"/>
                  </a:lnTo>
                  <a:lnTo>
                    <a:pt x="336375" y="9859"/>
                  </a:lnTo>
                  <a:lnTo>
                    <a:pt x="381582" y="2508"/>
                  </a:lnTo>
                  <a:lnTo>
                    <a:pt x="428244" y="0"/>
                  </a:lnTo>
                  <a:lnTo>
                    <a:pt x="474905" y="2508"/>
                  </a:lnTo>
                  <a:lnTo>
                    <a:pt x="520112" y="9859"/>
                  </a:lnTo>
                  <a:lnTo>
                    <a:pt x="563602" y="21793"/>
                  </a:lnTo>
                  <a:lnTo>
                    <a:pt x="605113" y="38048"/>
                  </a:lnTo>
                  <a:lnTo>
                    <a:pt x="644386" y="58363"/>
                  </a:lnTo>
                  <a:lnTo>
                    <a:pt x="681159" y="82478"/>
                  </a:lnTo>
                  <a:lnTo>
                    <a:pt x="715169" y="110133"/>
                  </a:lnTo>
                  <a:lnTo>
                    <a:pt x="746157" y="141065"/>
                  </a:lnTo>
                  <a:lnTo>
                    <a:pt x="773861" y="175016"/>
                  </a:lnTo>
                  <a:lnTo>
                    <a:pt x="798020" y="211723"/>
                  </a:lnTo>
                  <a:lnTo>
                    <a:pt x="818371" y="250926"/>
                  </a:lnTo>
                  <a:lnTo>
                    <a:pt x="834655" y="292364"/>
                  </a:lnTo>
                  <a:lnTo>
                    <a:pt x="846610" y="335776"/>
                  </a:lnTo>
                  <a:lnTo>
                    <a:pt x="853975" y="380902"/>
                  </a:lnTo>
                  <a:lnTo>
                    <a:pt x="856488" y="427482"/>
                  </a:lnTo>
                  <a:lnTo>
                    <a:pt x="853975" y="474061"/>
                  </a:lnTo>
                  <a:lnTo>
                    <a:pt x="846610" y="519187"/>
                  </a:lnTo>
                  <a:lnTo>
                    <a:pt x="834655" y="562599"/>
                  </a:lnTo>
                  <a:lnTo>
                    <a:pt x="818371" y="604037"/>
                  </a:lnTo>
                  <a:lnTo>
                    <a:pt x="798020" y="643240"/>
                  </a:lnTo>
                  <a:lnTo>
                    <a:pt x="773861" y="679947"/>
                  </a:lnTo>
                  <a:lnTo>
                    <a:pt x="746157" y="713898"/>
                  </a:lnTo>
                  <a:lnTo>
                    <a:pt x="715169" y="744830"/>
                  </a:lnTo>
                  <a:lnTo>
                    <a:pt x="681159" y="772485"/>
                  </a:lnTo>
                  <a:lnTo>
                    <a:pt x="644386" y="796600"/>
                  </a:lnTo>
                  <a:lnTo>
                    <a:pt x="605113" y="816915"/>
                  </a:lnTo>
                  <a:lnTo>
                    <a:pt x="563602" y="833170"/>
                  </a:lnTo>
                  <a:lnTo>
                    <a:pt x="520112" y="845104"/>
                  </a:lnTo>
                  <a:lnTo>
                    <a:pt x="474905" y="852455"/>
                  </a:lnTo>
                  <a:lnTo>
                    <a:pt x="428244" y="854964"/>
                  </a:lnTo>
                  <a:lnTo>
                    <a:pt x="381582" y="852455"/>
                  </a:lnTo>
                  <a:lnTo>
                    <a:pt x="336375" y="845104"/>
                  </a:lnTo>
                  <a:lnTo>
                    <a:pt x="292885" y="833170"/>
                  </a:lnTo>
                  <a:lnTo>
                    <a:pt x="251374" y="816915"/>
                  </a:lnTo>
                  <a:lnTo>
                    <a:pt x="212101" y="796600"/>
                  </a:lnTo>
                  <a:lnTo>
                    <a:pt x="175328" y="772485"/>
                  </a:lnTo>
                  <a:lnTo>
                    <a:pt x="141318" y="744830"/>
                  </a:lnTo>
                  <a:lnTo>
                    <a:pt x="110330" y="713898"/>
                  </a:lnTo>
                  <a:lnTo>
                    <a:pt x="82626" y="679947"/>
                  </a:lnTo>
                  <a:lnTo>
                    <a:pt x="58467" y="643240"/>
                  </a:lnTo>
                  <a:lnTo>
                    <a:pt x="38116" y="604037"/>
                  </a:lnTo>
                  <a:lnTo>
                    <a:pt x="21832" y="562599"/>
                  </a:lnTo>
                  <a:lnTo>
                    <a:pt x="9877" y="519187"/>
                  </a:lnTo>
                  <a:lnTo>
                    <a:pt x="2512" y="474061"/>
                  </a:lnTo>
                  <a:lnTo>
                    <a:pt x="0" y="427482"/>
                  </a:lnTo>
                  <a:close/>
                </a:path>
              </a:pathLst>
            </a:custGeom>
            <a:ln w="19050">
              <a:solidFill>
                <a:srgbClr val="5552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51226" y="2573274"/>
              <a:ext cx="7198359" cy="685800"/>
            </a:xfrm>
            <a:custGeom>
              <a:avLst/>
              <a:gdLst/>
              <a:ahLst/>
              <a:cxnLst/>
              <a:rect l="l" t="t" r="r" b="b"/>
              <a:pathLst>
                <a:path w="7198359" h="685800">
                  <a:moveTo>
                    <a:pt x="7197852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7197852" y="685800"/>
                  </a:lnTo>
                  <a:lnTo>
                    <a:pt x="7197852" y="0"/>
                  </a:lnTo>
                  <a:close/>
                </a:path>
              </a:pathLst>
            </a:custGeom>
            <a:solidFill>
              <a:srgbClr val="5552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24234" y="2546282"/>
              <a:ext cx="7252334" cy="739775"/>
            </a:xfrm>
            <a:custGeom>
              <a:avLst/>
              <a:gdLst/>
              <a:ahLst/>
              <a:cxnLst/>
              <a:rect l="l" t="t" r="r" b="b"/>
              <a:pathLst>
                <a:path w="7252334" h="739775">
                  <a:moveTo>
                    <a:pt x="26987" y="0"/>
                  </a:moveTo>
                  <a:lnTo>
                    <a:pt x="19837" y="0"/>
                  </a:lnTo>
                  <a:lnTo>
                    <a:pt x="12966" y="2844"/>
                  </a:lnTo>
                  <a:lnTo>
                    <a:pt x="2844" y="12966"/>
                  </a:lnTo>
                  <a:lnTo>
                    <a:pt x="0" y="19837"/>
                  </a:lnTo>
                  <a:lnTo>
                    <a:pt x="0" y="719950"/>
                  </a:lnTo>
                  <a:lnTo>
                    <a:pt x="2844" y="726808"/>
                  </a:lnTo>
                  <a:lnTo>
                    <a:pt x="12966" y="736930"/>
                  </a:lnTo>
                  <a:lnTo>
                    <a:pt x="19837" y="739774"/>
                  </a:lnTo>
                  <a:lnTo>
                    <a:pt x="7232002" y="739774"/>
                  </a:lnTo>
                  <a:lnTo>
                    <a:pt x="7238860" y="736930"/>
                  </a:lnTo>
                  <a:lnTo>
                    <a:pt x="7248994" y="726808"/>
                  </a:lnTo>
                  <a:lnTo>
                    <a:pt x="7251066" y="721791"/>
                  </a:lnTo>
                  <a:lnTo>
                    <a:pt x="24599" y="721791"/>
                  </a:lnTo>
                  <a:lnTo>
                    <a:pt x="22313" y="720839"/>
                  </a:lnTo>
                  <a:lnTo>
                    <a:pt x="18948" y="717461"/>
                  </a:lnTo>
                  <a:lnTo>
                    <a:pt x="17995" y="715175"/>
                  </a:lnTo>
                  <a:lnTo>
                    <a:pt x="17995" y="24599"/>
                  </a:lnTo>
                  <a:lnTo>
                    <a:pt x="18948" y="22313"/>
                  </a:lnTo>
                  <a:lnTo>
                    <a:pt x="22313" y="18948"/>
                  </a:lnTo>
                  <a:lnTo>
                    <a:pt x="24599" y="17995"/>
                  </a:lnTo>
                  <a:lnTo>
                    <a:pt x="26987" y="17995"/>
                  </a:lnTo>
                  <a:lnTo>
                    <a:pt x="26987" y="0"/>
                  </a:lnTo>
                  <a:close/>
                </a:path>
                <a:path w="7252334" h="739775">
                  <a:moveTo>
                    <a:pt x="7232002" y="0"/>
                  </a:moveTo>
                  <a:lnTo>
                    <a:pt x="26987" y="0"/>
                  </a:lnTo>
                  <a:lnTo>
                    <a:pt x="26987" y="17995"/>
                  </a:lnTo>
                  <a:lnTo>
                    <a:pt x="7227227" y="17995"/>
                  </a:lnTo>
                  <a:lnTo>
                    <a:pt x="7229513" y="18948"/>
                  </a:lnTo>
                  <a:lnTo>
                    <a:pt x="7232891" y="22313"/>
                  </a:lnTo>
                  <a:lnTo>
                    <a:pt x="7233843" y="24599"/>
                  </a:lnTo>
                  <a:lnTo>
                    <a:pt x="7233843" y="715175"/>
                  </a:lnTo>
                  <a:lnTo>
                    <a:pt x="7232891" y="717461"/>
                  </a:lnTo>
                  <a:lnTo>
                    <a:pt x="7229513" y="720839"/>
                  </a:lnTo>
                  <a:lnTo>
                    <a:pt x="7227227" y="721791"/>
                  </a:lnTo>
                  <a:lnTo>
                    <a:pt x="7251066" y="721791"/>
                  </a:lnTo>
                  <a:lnTo>
                    <a:pt x="7251827" y="719950"/>
                  </a:lnTo>
                  <a:lnTo>
                    <a:pt x="7251827" y="19837"/>
                  </a:lnTo>
                  <a:lnTo>
                    <a:pt x="7248994" y="12966"/>
                  </a:lnTo>
                  <a:lnTo>
                    <a:pt x="7238860" y="2844"/>
                  </a:lnTo>
                  <a:lnTo>
                    <a:pt x="7232002" y="0"/>
                  </a:lnTo>
                  <a:close/>
                </a:path>
                <a:path w="7252334" h="739775">
                  <a:moveTo>
                    <a:pt x="7209218" y="35991"/>
                  </a:moveTo>
                  <a:lnTo>
                    <a:pt x="42608" y="35991"/>
                  </a:lnTo>
                  <a:lnTo>
                    <a:pt x="40297" y="36944"/>
                  </a:lnTo>
                  <a:lnTo>
                    <a:pt x="36944" y="40297"/>
                  </a:lnTo>
                  <a:lnTo>
                    <a:pt x="35991" y="42608"/>
                  </a:lnTo>
                  <a:lnTo>
                    <a:pt x="35991" y="697166"/>
                  </a:lnTo>
                  <a:lnTo>
                    <a:pt x="36944" y="699490"/>
                  </a:lnTo>
                  <a:lnTo>
                    <a:pt x="40297" y="702830"/>
                  </a:lnTo>
                  <a:lnTo>
                    <a:pt x="42608" y="703795"/>
                  </a:lnTo>
                  <a:lnTo>
                    <a:pt x="7209218" y="703795"/>
                  </a:lnTo>
                  <a:lnTo>
                    <a:pt x="7211542" y="702830"/>
                  </a:lnTo>
                  <a:lnTo>
                    <a:pt x="7214882" y="699490"/>
                  </a:lnTo>
                  <a:lnTo>
                    <a:pt x="7215847" y="697166"/>
                  </a:lnTo>
                  <a:lnTo>
                    <a:pt x="7215847" y="694804"/>
                  </a:lnTo>
                  <a:lnTo>
                    <a:pt x="44983" y="694804"/>
                  </a:lnTo>
                  <a:lnTo>
                    <a:pt x="44983" y="685799"/>
                  </a:lnTo>
                  <a:lnTo>
                    <a:pt x="53975" y="685799"/>
                  </a:lnTo>
                  <a:lnTo>
                    <a:pt x="53975" y="53974"/>
                  </a:lnTo>
                  <a:lnTo>
                    <a:pt x="44983" y="53974"/>
                  </a:lnTo>
                  <a:lnTo>
                    <a:pt x="44983" y="44983"/>
                  </a:lnTo>
                  <a:lnTo>
                    <a:pt x="7215847" y="44983"/>
                  </a:lnTo>
                  <a:lnTo>
                    <a:pt x="7215847" y="42608"/>
                  </a:lnTo>
                  <a:lnTo>
                    <a:pt x="7214882" y="40297"/>
                  </a:lnTo>
                  <a:lnTo>
                    <a:pt x="7211542" y="36944"/>
                  </a:lnTo>
                  <a:lnTo>
                    <a:pt x="7209218" y="35991"/>
                  </a:lnTo>
                  <a:close/>
                </a:path>
                <a:path w="7252334" h="739775">
                  <a:moveTo>
                    <a:pt x="53975" y="685799"/>
                  </a:moveTo>
                  <a:lnTo>
                    <a:pt x="44983" y="685799"/>
                  </a:lnTo>
                  <a:lnTo>
                    <a:pt x="44983" y="694804"/>
                  </a:lnTo>
                  <a:lnTo>
                    <a:pt x="53975" y="694804"/>
                  </a:lnTo>
                  <a:lnTo>
                    <a:pt x="53975" y="685799"/>
                  </a:lnTo>
                  <a:close/>
                </a:path>
                <a:path w="7252334" h="739775">
                  <a:moveTo>
                    <a:pt x="7197852" y="685799"/>
                  </a:moveTo>
                  <a:lnTo>
                    <a:pt x="53975" y="685799"/>
                  </a:lnTo>
                  <a:lnTo>
                    <a:pt x="53975" y="694804"/>
                  </a:lnTo>
                  <a:lnTo>
                    <a:pt x="7197852" y="694804"/>
                  </a:lnTo>
                  <a:lnTo>
                    <a:pt x="7197852" y="685799"/>
                  </a:lnTo>
                  <a:close/>
                </a:path>
                <a:path w="7252334" h="739775">
                  <a:moveTo>
                    <a:pt x="7206856" y="44983"/>
                  </a:moveTo>
                  <a:lnTo>
                    <a:pt x="7197852" y="44983"/>
                  </a:lnTo>
                  <a:lnTo>
                    <a:pt x="7197852" y="694804"/>
                  </a:lnTo>
                  <a:lnTo>
                    <a:pt x="7206856" y="694804"/>
                  </a:lnTo>
                  <a:lnTo>
                    <a:pt x="7206856" y="685799"/>
                  </a:lnTo>
                  <a:lnTo>
                    <a:pt x="7215847" y="685799"/>
                  </a:lnTo>
                  <a:lnTo>
                    <a:pt x="7215847" y="53974"/>
                  </a:lnTo>
                  <a:lnTo>
                    <a:pt x="7206856" y="53974"/>
                  </a:lnTo>
                  <a:lnTo>
                    <a:pt x="7206856" y="44983"/>
                  </a:lnTo>
                  <a:close/>
                </a:path>
                <a:path w="7252334" h="739775">
                  <a:moveTo>
                    <a:pt x="7215847" y="685799"/>
                  </a:moveTo>
                  <a:lnTo>
                    <a:pt x="7206856" y="685799"/>
                  </a:lnTo>
                  <a:lnTo>
                    <a:pt x="7206856" y="694804"/>
                  </a:lnTo>
                  <a:lnTo>
                    <a:pt x="7215847" y="694804"/>
                  </a:lnTo>
                  <a:lnTo>
                    <a:pt x="7215847" y="685799"/>
                  </a:lnTo>
                  <a:close/>
                </a:path>
                <a:path w="7252334" h="739775">
                  <a:moveTo>
                    <a:pt x="53975" y="44983"/>
                  </a:moveTo>
                  <a:lnTo>
                    <a:pt x="44983" y="44983"/>
                  </a:lnTo>
                  <a:lnTo>
                    <a:pt x="44983" y="53974"/>
                  </a:lnTo>
                  <a:lnTo>
                    <a:pt x="53975" y="53974"/>
                  </a:lnTo>
                  <a:lnTo>
                    <a:pt x="53975" y="44983"/>
                  </a:lnTo>
                  <a:close/>
                </a:path>
                <a:path w="7252334" h="739775">
                  <a:moveTo>
                    <a:pt x="7197852" y="44983"/>
                  </a:moveTo>
                  <a:lnTo>
                    <a:pt x="53975" y="44983"/>
                  </a:lnTo>
                  <a:lnTo>
                    <a:pt x="53975" y="53974"/>
                  </a:lnTo>
                  <a:lnTo>
                    <a:pt x="7197852" y="53974"/>
                  </a:lnTo>
                  <a:lnTo>
                    <a:pt x="7197852" y="44983"/>
                  </a:lnTo>
                  <a:close/>
                </a:path>
                <a:path w="7252334" h="739775">
                  <a:moveTo>
                    <a:pt x="7215847" y="44983"/>
                  </a:moveTo>
                  <a:lnTo>
                    <a:pt x="7206856" y="44983"/>
                  </a:lnTo>
                  <a:lnTo>
                    <a:pt x="7206856" y="53974"/>
                  </a:lnTo>
                  <a:lnTo>
                    <a:pt x="7215847" y="53974"/>
                  </a:lnTo>
                  <a:lnTo>
                    <a:pt x="7215847" y="4498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81809" y="2739886"/>
            <a:ext cx="6003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Inspects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application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code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for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programmatic</a:t>
            </a:r>
            <a:r>
              <a:rPr sz="18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security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flaws.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514980" y="2478404"/>
            <a:ext cx="7661275" cy="2860675"/>
            <a:chOff x="2514980" y="2478404"/>
            <a:chExt cx="7661275" cy="2860675"/>
          </a:xfrm>
        </p:grpSpPr>
        <p:sp>
          <p:nvSpPr>
            <p:cNvPr id="15" name="object 15"/>
            <p:cNvSpPr/>
            <p:nvPr/>
          </p:nvSpPr>
          <p:spPr>
            <a:xfrm>
              <a:off x="2524505" y="2487929"/>
              <a:ext cx="855344" cy="856615"/>
            </a:xfrm>
            <a:custGeom>
              <a:avLst/>
              <a:gdLst/>
              <a:ahLst/>
              <a:cxnLst/>
              <a:rect l="l" t="t" r="r" b="b"/>
              <a:pathLst>
                <a:path w="855345" h="856614">
                  <a:moveTo>
                    <a:pt x="427481" y="0"/>
                  </a:moveTo>
                  <a:lnTo>
                    <a:pt x="380902" y="2512"/>
                  </a:lnTo>
                  <a:lnTo>
                    <a:pt x="335776" y="9877"/>
                  </a:lnTo>
                  <a:lnTo>
                    <a:pt x="292364" y="21832"/>
                  </a:lnTo>
                  <a:lnTo>
                    <a:pt x="250926" y="38116"/>
                  </a:lnTo>
                  <a:lnTo>
                    <a:pt x="211723" y="58467"/>
                  </a:lnTo>
                  <a:lnTo>
                    <a:pt x="175016" y="82626"/>
                  </a:lnTo>
                  <a:lnTo>
                    <a:pt x="141065" y="110330"/>
                  </a:lnTo>
                  <a:lnTo>
                    <a:pt x="110133" y="141318"/>
                  </a:lnTo>
                  <a:lnTo>
                    <a:pt x="82478" y="175328"/>
                  </a:lnTo>
                  <a:lnTo>
                    <a:pt x="58363" y="212101"/>
                  </a:lnTo>
                  <a:lnTo>
                    <a:pt x="38048" y="251374"/>
                  </a:lnTo>
                  <a:lnTo>
                    <a:pt x="21793" y="292885"/>
                  </a:lnTo>
                  <a:lnTo>
                    <a:pt x="9859" y="336375"/>
                  </a:lnTo>
                  <a:lnTo>
                    <a:pt x="2508" y="381582"/>
                  </a:lnTo>
                  <a:lnTo>
                    <a:pt x="0" y="428244"/>
                  </a:lnTo>
                  <a:lnTo>
                    <a:pt x="2508" y="474905"/>
                  </a:lnTo>
                  <a:lnTo>
                    <a:pt x="9859" y="520112"/>
                  </a:lnTo>
                  <a:lnTo>
                    <a:pt x="21793" y="563602"/>
                  </a:lnTo>
                  <a:lnTo>
                    <a:pt x="38048" y="605113"/>
                  </a:lnTo>
                  <a:lnTo>
                    <a:pt x="58363" y="644386"/>
                  </a:lnTo>
                  <a:lnTo>
                    <a:pt x="82478" y="681159"/>
                  </a:lnTo>
                  <a:lnTo>
                    <a:pt x="110133" y="715169"/>
                  </a:lnTo>
                  <a:lnTo>
                    <a:pt x="141065" y="746157"/>
                  </a:lnTo>
                  <a:lnTo>
                    <a:pt x="175016" y="773861"/>
                  </a:lnTo>
                  <a:lnTo>
                    <a:pt x="211723" y="798020"/>
                  </a:lnTo>
                  <a:lnTo>
                    <a:pt x="250926" y="818371"/>
                  </a:lnTo>
                  <a:lnTo>
                    <a:pt x="292364" y="834655"/>
                  </a:lnTo>
                  <a:lnTo>
                    <a:pt x="335776" y="846610"/>
                  </a:lnTo>
                  <a:lnTo>
                    <a:pt x="380902" y="853975"/>
                  </a:lnTo>
                  <a:lnTo>
                    <a:pt x="427481" y="856488"/>
                  </a:lnTo>
                  <a:lnTo>
                    <a:pt x="474061" y="853975"/>
                  </a:lnTo>
                  <a:lnTo>
                    <a:pt x="519187" y="846610"/>
                  </a:lnTo>
                  <a:lnTo>
                    <a:pt x="562599" y="834655"/>
                  </a:lnTo>
                  <a:lnTo>
                    <a:pt x="604037" y="818371"/>
                  </a:lnTo>
                  <a:lnTo>
                    <a:pt x="643240" y="798020"/>
                  </a:lnTo>
                  <a:lnTo>
                    <a:pt x="679947" y="773861"/>
                  </a:lnTo>
                  <a:lnTo>
                    <a:pt x="713898" y="746157"/>
                  </a:lnTo>
                  <a:lnTo>
                    <a:pt x="744830" y="715169"/>
                  </a:lnTo>
                  <a:lnTo>
                    <a:pt x="772485" y="681159"/>
                  </a:lnTo>
                  <a:lnTo>
                    <a:pt x="796600" y="644386"/>
                  </a:lnTo>
                  <a:lnTo>
                    <a:pt x="816915" y="605113"/>
                  </a:lnTo>
                  <a:lnTo>
                    <a:pt x="833170" y="563602"/>
                  </a:lnTo>
                  <a:lnTo>
                    <a:pt x="845104" y="520112"/>
                  </a:lnTo>
                  <a:lnTo>
                    <a:pt x="852455" y="474905"/>
                  </a:lnTo>
                  <a:lnTo>
                    <a:pt x="854963" y="428244"/>
                  </a:lnTo>
                  <a:lnTo>
                    <a:pt x="852455" y="381582"/>
                  </a:lnTo>
                  <a:lnTo>
                    <a:pt x="845104" y="336375"/>
                  </a:lnTo>
                  <a:lnTo>
                    <a:pt x="833170" y="292885"/>
                  </a:lnTo>
                  <a:lnTo>
                    <a:pt x="816915" y="251374"/>
                  </a:lnTo>
                  <a:lnTo>
                    <a:pt x="796600" y="212101"/>
                  </a:lnTo>
                  <a:lnTo>
                    <a:pt x="772485" y="175328"/>
                  </a:lnTo>
                  <a:lnTo>
                    <a:pt x="744830" y="141318"/>
                  </a:lnTo>
                  <a:lnTo>
                    <a:pt x="713898" y="110330"/>
                  </a:lnTo>
                  <a:lnTo>
                    <a:pt x="679947" y="82626"/>
                  </a:lnTo>
                  <a:lnTo>
                    <a:pt x="643240" y="58467"/>
                  </a:lnTo>
                  <a:lnTo>
                    <a:pt x="604037" y="38116"/>
                  </a:lnTo>
                  <a:lnTo>
                    <a:pt x="562599" y="21832"/>
                  </a:lnTo>
                  <a:lnTo>
                    <a:pt x="519187" y="9877"/>
                  </a:lnTo>
                  <a:lnTo>
                    <a:pt x="474061" y="2512"/>
                  </a:lnTo>
                  <a:lnTo>
                    <a:pt x="427481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24505" y="2487929"/>
              <a:ext cx="855344" cy="856615"/>
            </a:xfrm>
            <a:custGeom>
              <a:avLst/>
              <a:gdLst/>
              <a:ahLst/>
              <a:cxnLst/>
              <a:rect l="l" t="t" r="r" b="b"/>
              <a:pathLst>
                <a:path w="855345" h="856614">
                  <a:moveTo>
                    <a:pt x="0" y="428244"/>
                  </a:moveTo>
                  <a:lnTo>
                    <a:pt x="2508" y="381582"/>
                  </a:lnTo>
                  <a:lnTo>
                    <a:pt x="9859" y="336375"/>
                  </a:lnTo>
                  <a:lnTo>
                    <a:pt x="21793" y="292885"/>
                  </a:lnTo>
                  <a:lnTo>
                    <a:pt x="38048" y="251374"/>
                  </a:lnTo>
                  <a:lnTo>
                    <a:pt x="58363" y="212101"/>
                  </a:lnTo>
                  <a:lnTo>
                    <a:pt x="82478" y="175328"/>
                  </a:lnTo>
                  <a:lnTo>
                    <a:pt x="110133" y="141318"/>
                  </a:lnTo>
                  <a:lnTo>
                    <a:pt x="141065" y="110330"/>
                  </a:lnTo>
                  <a:lnTo>
                    <a:pt x="175016" y="82626"/>
                  </a:lnTo>
                  <a:lnTo>
                    <a:pt x="211723" y="58467"/>
                  </a:lnTo>
                  <a:lnTo>
                    <a:pt x="250926" y="38116"/>
                  </a:lnTo>
                  <a:lnTo>
                    <a:pt x="292364" y="21832"/>
                  </a:lnTo>
                  <a:lnTo>
                    <a:pt x="335776" y="9877"/>
                  </a:lnTo>
                  <a:lnTo>
                    <a:pt x="380902" y="2512"/>
                  </a:lnTo>
                  <a:lnTo>
                    <a:pt x="427481" y="0"/>
                  </a:lnTo>
                  <a:lnTo>
                    <a:pt x="474061" y="2512"/>
                  </a:lnTo>
                  <a:lnTo>
                    <a:pt x="519187" y="9877"/>
                  </a:lnTo>
                  <a:lnTo>
                    <a:pt x="562599" y="21832"/>
                  </a:lnTo>
                  <a:lnTo>
                    <a:pt x="604037" y="38116"/>
                  </a:lnTo>
                  <a:lnTo>
                    <a:pt x="643240" y="58467"/>
                  </a:lnTo>
                  <a:lnTo>
                    <a:pt x="679947" y="82626"/>
                  </a:lnTo>
                  <a:lnTo>
                    <a:pt x="713898" y="110330"/>
                  </a:lnTo>
                  <a:lnTo>
                    <a:pt x="744830" y="141318"/>
                  </a:lnTo>
                  <a:lnTo>
                    <a:pt x="772485" y="175328"/>
                  </a:lnTo>
                  <a:lnTo>
                    <a:pt x="796600" y="212101"/>
                  </a:lnTo>
                  <a:lnTo>
                    <a:pt x="816915" y="251374"/>
                  </a:lnTo>
                  <a:lnTo>
                    <a:pt x="833170" y="292885"/>
                  </a:lnTo>
                  <a:lnTo>
                    <a:pt x="845104" y="336375"/>
                  </a:lnTo>
                  <a:lnTo>
                    <a:pt x="852455" y="381582"/>
                  </a:lnTo>
                  <a:lnTo>
                    <a:pt x="854963" y="428244"/>
                  </a:lnTo>
                  <a:lnTo>
                    <a:pt x="852455" y="474905"/>
                  </a:lnTo>
                  <a:lnTo>
                    <a:pt x="845104" y="520112"/>
                  </a:lnTo>
                  <a:lnTo>
                    <a:pt x="833170" y="563602"/>
                  </a:lnTo>
                  <a:lnTo>
                    <a:pt x="816915" y="605113"/>
                  </a:lnTo>
                  <a:lnTo>
                    <a:pt x="796600" y="644386"/>
                  </a:lnTo>
                  <a:lnTo>
                    <a:pt x="772485" y="681159"/>
                  </a:lnTo>
                  <a:lnTo>
                    <a:pt x="744830" y="715169"/>
                  </a:lnTo>
                  <a:lnTo>
                    <a:pt x="713898" y="746157"/>
                  </a:lnTo>
                  <a:lnTo>
                    <a:pt x="679947" y="773861"/>
                  </a:lnTo>
                  <a:lnTo>
                    <a:pt x="643240" y="798020"/>
                  </a:lnTo>
                  <a:lnTo>
                    <a:pt x="604037" y="818371"/>
                  </a:lnTo>
                  <a:lnTo>
                    <a:pt x="562599" y="834655"/>
                  </a:lnTo>
                  <a:lnTo>
                    <a:pt x="519187" y="846610"/>
                  </a:lnTo>
                  <a:lnTo>
                    <a:pt x="474061" y="853975"/>
                  </a:lnTo>
                  <a:lnTo>
                    <a:pt x="427481" y="856488"/>
                  </a:lnTo>
                  <a:lnTo>
                    <a:pt x="380902" y="853975"/>
                  </a:lnTo>
                  <a:lnTo>
                    <a:pt x="335776" y="846610"/>
                  </a:lnTo>
                  <a:lnTo>
                    <a:pt x="292364" y="834655"/>
                  </a:lnTo>
                  <a:lnTo>
                    <a:pt x="250926" y="818371"/>
                  </a:lnTo>
                  <a:lnTo>
                    <a:pt x="211723" y="798020"/>
                  </a:lnTo>
                  <a:lnTo>
                    <a:pt x="175016" y="773861"/>
                  </a:lnTo>
                  <a:lnTo>
                    <a:pt x="141065" y="746157"/>
                  </a:lnTo>
                  <a:lnTo>
                    <a:pt x="110133" y="715169"/>
                  </a:lnTo>
                  <a:lnTo>
                    <a:pt x="82478" y="681159"/>
                  </a:lnTo>
                  <a:lnTo>
                    <a:pt x="58363" y="644386"/>
                  </a:lnTo>
                  <a:lnTo>
                    <a:pt x="38048" y="605113"/>
                  </a:lnTo>
                  <a:lnTo>
                    <a:pt x="21793" y="563602"/>
                  </a:lnTo>
                  <a:lnTo>
                    <a:pt x="9859" y="520112"/>
                  </a:lnTo>
                  <a:lnTo>
                    <a:pt x="2508" y="474905"/>
                  </a:lnTo>
                  <a:lnTo>
                    <a:pt x="0" y="428244"/>
                  </a:lnTo>
                  <a:close/>
                </a:path>
              </a:pathLst>
            </a:custGeom>
            <a:ln w="19050">
              <a:solidFill>
                <a:srgbClr val="5552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51225" y="3600449"/>
              <a:ext cx="7198359" cy="685800"/>
            </a:xfrm>
            <a:custGeom>
              <a:avLst/>
              <a:gdLst/>
              <a:ahLst/>
              <a:cxnLst/>
              <a:rect l="l" t="t" r="r" b="b"/>
              <a:pathLst>
                <a:path w="7198359" h="685800">
                  <a:moveTo>
                    <a:pt x="7197852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7197852" y="685800"/>
                  </a:lnTo>
                  <a:lnTo>
                    <a:pt x="7197852" y="0"/>
                  </a:lnTo>
                  <a:close/>
                </a:path>
              </a:pathLst>
            </a:custGeom>
            <a:solidFill>
              <a:srgbClr val="5552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24506" y="3515105"/>
              <a:ext cx="7651750" cy="856615"/>
            </a:xfrm>
            <a:custGeom>
              <a:avLst/>
              <a:gdLst/>
              <a:ahLst/>
              <a:cxnLst/>
              <a:rect l="l" t="t" r="r" b="b"/>
              <a:pathLst>
                <a:path w="7651750" h="856614">
                  <a:moveTo>
                    <a:pt x="7651547" y="78193"/>
                  </a:moveTo>
                  <a:lnTo>
                    <a:pt x="7648715" y="71323"/>
                  </a:lnTo>
                  <a:lnTo>
                    <a:pt x="7638580" y="61201"/>
                  </a:lnTo>
                  <a:lnTo>
                    <a:pt x="7633563" y="59131"/>
                  </a:lnTo>
                  <a:lnTo>
                    <a:pt x="7633563" y="82956"/>
                  </a:lnTo>
                  <a:lnTo>
                    <a:pt x="7633563" y="773531"/>
                  </a:lnTo>
                  <a:lnTo>
                    <a:pt x="7632611" y="775817"/>
                  </a:lnTo>
                  <a:lnTo>
                    <a:pt x="7629233" y="779195"/>
                  </a:lnTo>
                  <a:lnTo>
                    <a:pt x="7626947" y="780148"/>
                  </a:lnTo>
                  <a:lnTo>
                    <a:pt x="670394" y="780148"/>
                  </a:lnTo>
                  <a:lnTo>
                    <a:pt x="679945" y="773861"/>
                  </a:lnTo>
                  <a:lnTo>
                    <a:pt x="694283" y="762152"/>
                  </a:lnTo>
                  <a:lnTo>
                    <a:pt x="7608938" y="762152"/>
                  </a:lnTo>
                  <a:lnTo>
                    <a:pt x="7611262" y="761187"/>
                  </a:lnTo>
                  <a:lnTo>
                    <a:pt x="7614602" y="757847"/>
                  </a:lnTo>
                  <a:lnTo>
                    <a:pt x="7615568" y="755523"/>
                  </a:lnTo>
                  <a:lnTo>
                    <a:pt x="7615568" y="753160"/>
                  </a:lnTo>
                  <a:lnTo>
                    <a:pt x="7615568" y="744156"/>
                  </a:lnTo>
                  <a:lnTo>
                    <a:pt x="7615568" y="112331"/>
                  </a:lnTo>
                  <a:lnTo>
                    <a:pt x="7615568" y="103339"/>
                  </a:lnTo>
                  <a:lnTo>
                    <a:pt x="7615568" y="100965"/>
                  </a:lnTo>
                  <a:lnTo>
                    <a:pt x="7614602" y="98653"/>
                  </a:lnTo>
                  <a:lnTo>
                    <a:pt x="7611262" y="95300"/>
                  </a:lnTo>
                  <a:lnTo>
                    <a:pt x="7608938" y="94348"/>
                  </a:lnTo>
                  <a:lnTo>
                    <a:pt x="7597572" y="94348"/>
                  </a:lnTo>
                  <a:lnTo>
                    <a:pt x="7597572" y="112331"/>
                  </a:lnTo>
                  <a:lnTo>
                    <a:pt x="7597572" y="744156"/>
                  </a:lnTo>
                  <a:lnTo>
                    <a:pt x="715886" y="744156"/>
                  </a:lnTo>
                  <a:lnTo>
                    <a:pt x="744829" y="715175"/>
                  </a:lnTo>
                  <a:lnTo>
                    <a:pt x="772477" y="681164"/>
                  </a:lnTo>
                  <a:lnTo>
                    <a:pt x="796594" y="644398"/>
                  </a:lnTo>
                  <a:lnTo>
                    <a:pt x="816914" y="605116"/>
                  </a:lnTo>
                  <a:lnTo>
                    <a:pt x="833170" y="563613"/>
                  </a:lnTo>
                  <a:lnTo>
                    <a:pt x="845096" y="520115"/>
                  </a:lnTo>
                  <a:lnTo>
                    <a:pt x="852449" y="474916"/>
                  </a:lnTo>
                  <a:lnTo>
                    <a:pt x="854964" y="428244"/>
                  </a:lnTo>
                  <a:lnTo>
                    <a:pt x="852449" y="381584"/>
                  </a:lnTo>
                  <a:lnTo>
                    <a:pt x="845096" y="336384"/>
                  </a:lnTo>
                  <a:lnTo>
                    <a:pt x="833170" y="292887"/>
                  </a:lnTo>
                  <a:lnTo>
                    <a:pt x="816914" y="251383"/>
                  </a:lnTo>
                  <a:lnTo>
                    <a:pt x="796594" y="212102"/>
                  </a:lnTo>
                  <a:lnTo>
                    <a:pt x="772477" y="175336"/>
                  </a:lnTo>
                  <a:lnTo>
                    <a:pt x="744829" y="141325"/>
                  </a:lnTo>
                  <a:lnTo>
                    <a:pt x="715873" y="112331"/>
                  </a:lnTo>
                  <a:lnTo>
                    <a:pt x="7597572" y="112331"/>
                  </a:lnTo>
                  <a:lnTo>
                    <a:pt x="7597572" y="94348"/>
                  </a:lnTo>
                  <a:lnTo>
                    <a:pt x="694283" y="94348"/>
                  </a:lnTo>
                  <a:lnTo>
                    <a:pt x="679945" y="82638"/>
                  </a:lnTo>
                  <a:lnTo>
                    <a:pt x="670394" y="76352"/>
                  </a:lnTo>
                  <a:lnTo>
                    <a:pt x="7626947" y="76352"/>
                  </a:lnTo>
                  <a:lnTo>
                    <a:pt x="7629233" y="77304"/>
                  </a:lnTo>
                  <a:lnTo>
                    <a:pt x="7632611" y="80670"/>
                  </a:lnTo>
                  <a:lnTo>
                    <a:pt x="7633563" y="82956"/>
                  </a:lnTo>
                  <a:lnTo>
                    <a:pt x="7633563" y="59131"/>
                  </a:lnTo>
                  <a:lnTo>
                    <a:pt x="7631722" y="58356"/>
                  </a:lnTo>
                  <a:lnTo>
                    <a:pt x="643001" y="58356"/>
                  </a:lnTo>
                  <a:lnTo>
                    <a:pt x="604037" y="38125"/>
                  </a:lnTo>
                  <a:lnTo>
                    <a:pt x="562597" y="21844"/>
                  </a:lnTo>
                  <a:lnTo>
                    <a:pt x="519176" y="9880"/>
                  </a:lnTo>
                  <a:lnTo>
                    <a:pt x="474052" y="2514"/>
                  </a:lnTo>
                  <a:lnTo>
                    <a:pt x="427482" y="0"/>
                  </a:lnTo>
                  <a:lnTo>
                    <a:pt x="380898" y="2514"/>
                  </a:lnTo>
                  <a:lnTo>
                    <a:pt x="335775" y="9880"/>
                  </a:lnTo>
                  <a:lnTo>
                    <a:pt x="292354" y="21844"/>
                  </a:lnTo>
                  <a:lnTo>
                    <a:pt x="250913" y="38125"/>
                  </a:lnTo>
                  <a:lnTo>
                    <a:pt x="211721" y="58470"/>
                  </a:lnTo>
                  <a:lnTo>
                    <a:pt x="175006" y="82638"/>
                  </a:lnTo>
                  <a:lnTo>
                    <a:pt x="141058" y="110337"/>
                  </a:lnTo>
                  <a:lnTo>
                    <a:pt x="110121" y="141325"/>
                  </a:lnTo>
                  <a:lnTo>
                    <a:pt x="82473" y="175336"/>
                  </a:lnTo>
                  <a:lnTo>
                    <a:pt x="58356" y="212102"/>
                  </a:lnTo>
                  <a:lnTo>
                    <a:pt x="38036" y="251383"/>
                  </a:lnTo>
                  <a:lnTo>
                    <a:pt x="21793" y="292887"/>
                  </a:lnTo>
                  <a:lnTo>
                    <a:pt x="9855" y="336384"/>
                  </a:lnTo>
                  <a:lnTo>
                    <a:pt x="2501" y="381584"/>
                  </a:lnTo>
                  <a:lnTo>
                    <a:pt x="0" y="428244"/>
                  </a:lnTo>
                  <a:lnTo>
                    <a:pt x="2501" y="474916"/>
                  </a:lnTo>
                  <a:lnTo>
                    <a:pt x="9855" y="520115"/>
                  </a:lnTo>
                  <a:lnTo>
                    <a:pt x="21793" y="563613"/>
                  </a:lnTo>
                  <a:lnTo>
                    <a:pt x="38036" y="605116"/>
                  </a:lnTo>
                  <a:lnTo>
                    <a:pt x="58356" y="644398"/>
                  </a:lnTo>
                  <a:lnTo>
                    <a:pt x="82473" y="681164"/>
                  </a:lnTo>
                  <a:lnTo>
                    <a:pt x="110121" y="715175"/>
                  </a:lnTo>
                  <a:lnTo>
                    <a:pt x="141058" y="746163"/>
                  </a:lnTo>
                  <a:lnTo>
                    <a:pt x="175006" y="773861"/>
                  </a:lnTo>
                  <a:lnTo>
                    <a:pt x="211721" y="798029"/>
                  </a:lnTo>
                  <a:lnTo>
                    <a:pt x="250913" y="818375"/>
                  </a:lnTo>
                  <a:lnTo>
                    <a:pt x="292354" y="834656"/>
                  </a:lnTo>
                  <a:lnTo>
                    <a:pt x="335775" y="846620"/>
                  </a:lnTo>
                  <a:lnTo>
                    <a:pt x="380898" y="853986"/>
                  </a:lnTo>
                  <a:lnTo>
                    <a:pt x="427482" y="856488"/>
                  </a:lnTo>
                  <a:lnTo>
                    <a:pt x="474052" y="853986"/>
                  </a:lnTo>
                  <a:lnTo>
                    <a:pt x="519176" y="846620"/>
                  </a:lnTo>
                  <a:lnTo>
                    <a:pt x="562597" y="834656"/>
                  </a:lnTo>
                  <a:lnTo>
                    <a:pt x="604037" y="818375"/>
                  </a:lnTo>
                  <a:lnTo>
                    <a:pt x="643026" y="798131"/>
                  </a:lnTo>
                  <a:lnTo>
                    <a:pt x="7631722" y="798131"/>
                  </a:lnTo>
                  <a:lnTo>
                    <a:pt x="7638580" y="795286"/>
                  </a:lnTo>
                  <a:lnTo>
                    <a:pt x="7648715" y="785164"/>
                  </a:lnTo>
                  <a:lnTo>
                    <a:pt x="7650785" y="780148"/>
                  </a:lnTo>
                  <a:lnTo>
                    <a:pt x="7651547" y="778306"/>
                  </a:lnTo>
                  <a:lnTo>
                    <a:pt x="7651547" y="7819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24505" y="3515105"/>
              <a:ext cx="855344" cy="856615"/>
            </a:xfrm>
            <a:custGeom>
              <a:avLst/>
              <a:gdLst/>
              <a:ahLst/>
              <a:cxnLst/>
              <a:rect l="l" t="t" r="r" b="b"/>
              <a:pathLst>
                <a:path w="855345" h="856614">
                  <a:moveTo>
                    <a:pt x="0" y="428244"/>
                  </a:moveTo>
                  <a:lnTo>
                    <a:pt x="2508" y="381582"/>
                  </a:lnTo>
                  <a:lnTo>
                    <a:pt x="9859" y="336375"/>
                  </a:lnTo>
                  <a:lnTo>
                    <a:pt x="21793" y="292885"/>
                  </a:lnTo>
                  <a:lnTo>
                    <a:pt x="38048" y="251374"/>
                  </a:lnTo>
                  <a:lnTo>
                    <a:pt x="58363" y="212101"/>
                  </a:lnTo>
                  <a:lnTo>
                    <a:pt x="82478" y="175328"/>
                  </a:lnTo>
                  <a:lnTo>
                    <a:pt x="110133" y="141318"/>
                  </a:lnTo>
                  <a:lnTo>
                    <a:pt x="141065" y="110330"/>
                  </a:lnTo>
                  <a:lnTo>
                    <a:pt x="175016" y="82626"/>
                  </a:lnTo>
                  <a:lnTo>
                    <a:pt x="211723" y="58467"/>
                  </a:lnTo>
                  <a:lnTo>
                    <a:pt x="250926" y="38116"/>
                  </a:lnTo>
                  <a:lnTo>
                    <a:pt x="292364" y="21832"/>
                  </a:lnTo>
                  <a:lnTo>
                    <a:pt x="335776" y="9877"/>
                  </a:lnTo>
                  <a:lnTo>
                    <a:pt x="380902" y="2512"/>
                  </a:lnTo>
                  <a:lnTo>
                    <a:pt x="427481" y="0"/>
                  </a:lnTo>
                  <a:lnTo>
                    <a:pt x="474061" y="2512"/>
                  </a:lnTo>
                  <a:lnTo>
                    <a:pt x="519187" y="9877"/>
                  </a:lnTo>
                  <a:lnTo>
                    <a:pt x="562599" y="21832"/>
                  </a:lnTo>
                  <a:lnTo>
                    <a:pt x="604037" y="38116"/>
                  </a:lnTo>
                  <a:lnTo>
                    <a:pt x="643240" y="58467"/>
                  </a:lnTo>
                  <a:lnTo>
                    <a:pt x="679947" y="82626"/>
                  </a:lnTo>
                  <a:lnTo>
                    <a:pt x="713898" y="110330"/>
                  </a:lnTo>
                  <a:lnTo>
                    <a:pt x="744830" y="141318"/>
                  </a:lnTo>
                  <a:lnTo>
                    <a:pt x="772485" y="175328"/>
                  </a:lnTo>
                  <a:lnTo>
                    <a:pt x="796600" y="212101"/>
                  </a:lnTo>
                  <a:lnTo>
                    <a:pt x="816915" y="251374"/>
                  </a:lnTo>
                  <a:lnTo>
                    <a:pt x="833170" y="292885"/>
                  </a:lnTo>
                  <a:lnTo>
                    <a:pt x="845104" y="336375"/>
                  </a:lnTo>
                  <a:lnTo>
                    <a:pt x="852455" y="381582"/>
                  </a:lnTo>
                  <a:lnTo>
                    <a:pt x="854963" y="428244"/>
                  </a:lnTo>
                  <a:lnTo>
                    <a:pt x="852455" y="474905"/>
                  </a:lnTo>
                  <a:lnTo>
                    <a:pt x="845104" y="520112"/>
                  </a:lnTo>
                  <a:lnTo>
                    <a:pt x="833170" y="563602"/>
                  </a:lnTo>
                  <a:lnTo>
                    <a:pt x="816915" y="605113"/>
                  </a:lnTo>
                  <a:lnTo>
                    <a:pt x="796600" y="644386"/>
                  </a:lnTo>
                  <a:lnTo>
                    <a:pt x="772485" y="681159"/>
                  </a:lnTo>
                  <a:lnTo>
                    <a:pt x="744830" y="715169"/>
                  </a:lnTo>
                  <a:lnTo>
                    <a:pt x="713898" y="746157"/>
                  </a:lnTo>
                  <a:lnTo>
                    <a:pt x="679947" y="773861"/>
                  </a:lnTo>
                  <a:lnTo>
                    <a:pt x="643240" y="798020"/>
                  </a:lnTo>
                  <a:lnTo>
                    <a:pt x="604037" y="818371"/>
                  </a:lnTo>
                  <a:lnTo>
                    <a:pt x="562599" y="834655"/>
                  </a:lnTo>
                  <a:lnTo>
                    <a:pt x="519187" y="846610"/>
                  </a:lnTo>
                  <a:lnTo>
                    <a:pt x="474061" y="853975"/>
                  </a:lnTo>
                  <a:lnTo>
                    <a:pt x="427481" y="856488"/>
                  </a:lnTo>
                  <a:lnTo>
                    <a:pt x="380902" y="853975"/>
                  </a:lnTo>
                  <a:lnTo>
                    <a:pt x="335776" y="846610"/>
                  </a:lnTo>
                  <a:lnTo>
                    <a:pt x="292364" y="834655"/>
                  </a:lnTo>
                  <a:lnTo>
                    <a:pt x="250926" y="818371"/>
                  </a:lnTo>
                  <a:lnTo>
                    <a:pt x="211723" y="798020"/>
                  </a:lnTo>
                  <a:lnTo>
                    <a:pt x="175016" y="773861"/>
                  </a:lnTo>
                  <a:lnTo>
                    <a:pt x="141065" y="746157"/>
                  </a:lnTo>
                  <a:lnTo>
                    <a:pt x="110133" y="715169"/>
                  </a:lnTo>
                  <a:lnTo>
                    <a:pt x="82478" y="681159"/>
                  </a:lnTo>
                  <a:lnTo>
                    <a:pt x="58363" y="644386"/>
                  </a:lnTo>
                  <a:lnTo>
                    <a:pt x="38048" y="605113"/>
                  </a:lnTo>
                  <a:lnTo>
                    <a:pt x="21793" y="563602"/>
                  </a:lnTo>
                  <a:lnTo>
                    <a:pt x="9859" y="520112"/>
                  </a:lnTo>
                  <a:lnTo>
                    <a:pt x="2508" y="474905"/>
                  </a:lnTo>
                  <a:lnTo>
                    <a:pt x="0" y="428244"/>
                  </a:lnTo>
                  <a:close/>
                </a:path>
              </a:pathLst>
            </a:custGeom>
            <a:ln w="19050">
              <a:solidFill>
                <a:srgbClr val="5552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59557" y="4627625"/>
              <a:ext cx="7589520" cy="684530"/>
            </a:xfrm>
            <a:custGeom>
              <a:avLst/>
              <a:gdLst/>
              <a:ahLst/>
              <a:cxnLst/>
              <a:rect l="l" t="t" r="r" b="b"/>
              <a:pathLst>
                <a:path w="7589520" h="684529">
                  <a:moveTo>
                    <a:pt x="7589520" y="0"/>
                  </a:moveTo>
                  <a:lnTo>
                    <a:pt x="0" y="0"/>
                  </a:lnTo>
                  <a:lnTo>
                    <a:pt x="0" y="684276"/>
                  </a:lnTo>
                  <a:lnTo>
                    <a:pt x="7589520" y="684276"/>
                  </a:lnTo>
                  <a:lnTo>
                    <a:pt x="7589520" y="0"/>
                  </a:lnTo>
                  <a:close/>
                </a:path>
              </a:pathLst>
            </a:custGeom>
            <a:solidFill>
              <a:srgbClr val="5552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32565" y="4600634"/>
              <a:ext cx="7643495" cy="738505"/>
            </a:xfrm>
            <a:custGeom>
              <a:avLst/>
              <a:gdLst/>
              <a:ahLst/>
              <a:cxnLst/>
              <a:rect l="l" t="t" r="r" b="b"/>
              <a:pathLst>
                <a:path w="7643495" h="738504">
                  <a:moveTo>
                    <a:pt x="26987" y="0"/>
                  </a:moveTo>
                  <a:lnTo>
                    <a:pt x="19837" y="0"/>
                  </a:lnTo>
                  <a:lnTo>
                    <a:pt x="12966" y="2844"/>
                  </a:lnTo>
                  <a:lnTo>
                    <a:pt x="2844" y="12966"/>
                  </a:lnTo>
                  <a:lnTo>
                    <a:pt x="0" y="19837"/>
                  </a:lnTo>
                  <a:lnTo>
                    <a:pt x="0" y="718426"/>
                  </a:lnTo>
                  <a:lnTo>
                    <a:pt x="2844" y="725284"/>
                  </a:lnTo>
                  <a:lnTo>
                    <a:pt x="12966" y="735406"/>
                  </a:lnTo>
                  <a:lnTo>
                    <a:pt x="19837" y="738251"/>
                  </a:lnTo>
                  <a:lnTo>
                    <a:pt x="7623670" y="738251"/>
                  </a:lnTo>
                  <a:lnTo>
                    <a:pt x="7630528" y="735406"/>
                  </a:lnTo>
                  <a:lnTo>
                    <a:pt x="7640650" y="725284"/>
                  </a:lnTo>
                  <a:lnTo>
                    <a:pt x="7642731" y="720267"/>
                  </a:lnTo>
                  <a:lnTo>
                    <a:pt x="24599" y="720267"/>
                  </a:lnTo>
                  <a:lnTo>
                    <a:pt x="22313" y="719315"/>
                  </a:lnTo>
                  <a:lnTo>
                    <a:pt x="18948" y="715937"/>
                  </a:lnTo>
                  <a:lnTo>
                    <a:pt x="17995" y="713651"/>
                  </a:lnTo>
                  <a:lnTo>
                    <a:pt x="17995" y="24612"/>
                  </a:lnTo>
                  <a:lnTo>
                    <a:pt x="18948" y="22313"/>
                  </a:lnTo>
                  <a:lnTo>
                    <a:pt x="22313" y="18948"/>
                  </a:lnTo>
                  <a:lnTo>
                    <a:pt x="24599" y="17995"/>
                  </a:lnTo>
                  <a:lnTo>
                    <a:pt x="26987" y="17995"/>
                  </a:lnTo>
                  <a:lnTo>
                    <a:pt x="26987" y="0"/>
                  </a:lnTo>
                  <a:close/>
                </a:path>
                <a:path w="7643495" h="738504">
                  <a:moveTo>
                    <a:pt x="7623670" y="0"/>
                  </a:moveTo>
                  <a:lnTo>
                    <a:pt x="26987" y="0"/>
                  </a:lnTo>
                  <a:lnTo>
                    <a:pt x="26987" y="17995"/>
                  </a:lnTo>
                  <a:lnTo>
                    <a:pt x="7618895" y="17995"/>
                  </a:lnTo>
                  <a:lnTo>
                    <a:pt x="7621193" y="18948"/>
                  </a:lnTo>
                  <a:lnTo>
                    <a:pt x="7624559" y="22313"/>
                  </a:lnTo>
                  <a:lnTo>
                    <a:pt x="7625511" y="24612"/>
                  </a:lnTo>
                  <a:lnTo>
                    <a:pt x="7625511" y="713651"/>
                  </a:lnTo>
                  <a:lnTo>
                    <a:pt x="7624559" y="715937"/>
                  </a:lnTo>
                  <a:lnTo>
                    <a:pt x="7621193" y="719315"/>
                  </a:lnTo>
                  <a:lnTo>
                    <a:pt x="7618895" y="720267"/>
                  </a:lnTo>
                  <a:lnTo>
                    <a:pt x="7642731" y="720267"/>
                  </a:lnTo>
                  <a:lnTo>
                    <a:pt x="7643495" y="718426"/>
                  </a:lnTo>
                  <a:lnTo>
                    <a:pt x="7643495" y="19837"/>
                  </a:lnTo>
                  <a:lnTo>
                    <a:pt x="7640650" y="12966"/>
                  </a:lnTo>
                  <a:lnTo>
                    <a:pt x="7630528" y="2844"/>
                  </a:lnTo>
                  <a:lnTo>
                    <a:pt x="7623670" y="0"/>
                  </a:lnTo>
                  <a:close/>
                </a:path>
                <a:path w="7643495" h="738504">
                  <a:moveTo>
                    <a:pt x="7600886" y="35991"/>
                  </a:moveTo>
                  <a:lnTo>
                    <a:pt x="42608" y="35991"/>
                  </a:lnTo>
                  <a:lnTo>
                    <a:pt x="40297" y="36944"/>
                  </a:lnTo>
                  <a:lnTo>
                    <a:pt x="36944" y="40297"/>
                  </a:lnTo>
                  <a:lnTo>
                    <a:pt x="35991" y="42608"/>
                  </a:lnTo>
                  <a:lnTo>
                    <a:pt x="35991" y="695642"/>
                  </a:lnTo>
                  <a:lnTo>
                    <a:pt x="36944" y="697966"/>
                  </a:lnTo>
                  <a:lnTo>
                    <a:pt x="40297" y="701306"/>
                  </a:lnTo>
                  <a:lnTo>
                    <a:pt x="42608" y="702271"/>
                  </a:lnTo>
                  <a:lnTo>
                    <a:pt x="7600886" y="702271"/>
                  </a:lnTo>
                  <a:lnTo>
                    <a:pt x="7603210" y="701306"/>
                  </a:lnTo>
                  <a:lnTo>
                    <a:pt x="7606550" y="697966"/>
                  </a:lnTo>
                  <a:lnTo>
                    <a:pt x="7607515" y="695642"/>
                  </a:lnTo>
                  <a:lnTo>
                    <a:pt x="7607515" y="693280"/>
                  </a:lnTo>
                  <a:lnTo>
                    <a:pt x="44983" y="693280"/>
                  </a:lnTo>
                  <a:lnTo>
                    <a:pt x="44983" y="684276"/>
                  </a:lnTo>
                  <a:lnTo>
                    <a:pt x="53975" y="684276"/>
                  </a:lnTo>
                  <a:lnTo>
                    <a:pt x="53975" y="53975"/>
                  </a:lnTo>
                  <a:lnTo>
                    <a:pt x="44983" y="53975"/>
                  </a:lnTo>
                  <a:lnTo>
                    <a:pt x="44983" y="44983"/>
                  </a:lnTo>
                  <a:lnTo>
                    <a:pt x="7607515" y="44983"/>
                  </a:lnTo>
                  <a:lnTo>
                    <a:pt x="7607515" y="42608"/>
                  </a:lnTo>
                  <a:lnTo>
                    <a:pt x="7606563" y="40297"/>
                  </a:lnTo>
                  <a:lnTo>
                    <a:pt x="7603210" y="36944"/>
                  </a:lnTo>
                  <a:lnTo>
                    <a:pt x="7600886" y="35991"/>
                  </a:lnTo>
                  <a:close/>
                </a:path>
                <a:path w="7643495" h="738504">
                  <a:moveTo>
                    <a:pt x="53975" y="684276"/>
                  </a:moveTo>
                  <a:lnTo>
                    <a:pt x="44983" y="684276"/>
                  </a:lnTo>
                  <a:lnTo>
                    <a:pt x="44983" y="693280"/>
                  </a:lnTo>
                  <a:lnTo>
                    <a:pt x="53975" y="693280"/>
                  </a:lnTo>
                  <a:lnTo>
                    <a:pt x="53975" y="684276"/>
                  </a:lnTo>
                  <a:close/>
                </a:path>
                <a:path w="7643495" h="738504">
                  <a:moveTo>
                    <a:pt x="7589520" y="684276"/>
                  </a:moveTo>
                  <a:lnTo>
                    <a:pt x="53975" y="684276"/>
                  </a:lnTo>
                  <a:lnTo>
                    <a:pt x="53975" y="693280"/>
                  </a:lnTo>
                  <a:lnTo>
                    <a:pt x="7589520" y="693280"/>
                  </a:lnTo>
                  <a:lnTo>
                    <a:pt x="7589520" y="684276"/>
                  </a:lnTo>
                  <a:close/>
                </a:path>
                <a:path w="7643495" h="738504">
                  <a:moveTo>
                    <a:pt x="7598524" y="44983"/>
                  </a:moveTo>
                  <a:lnTo>
                    <a:pt x="7589520" y="44983"/>
                  </a:lnTo>
                  <a:lnTo>
                    <a:pt x="7589520" y="693280"/>
                  </a:lnTo>
                  <a:lnTo>
                    <a:pt x="7598524" y="693280"/>
                  </a:lnTo>
                  <a:lnTo>
                    <a:pt x="7598524" y="684276"/>
                  </a:lnTo>
                  <a:lnTo>
                    <a:pt x="7607515" y="684276"/>
                  </a:lnTo>
                  <a:lnTo>
                    <a:pt x="7607515" y="53975"/>
                  </a:lnTo>
                  <a:lnTo>
                    <a:pt x="7598524" y="53975"/>
                  </a:lnTo>
                  <a:lnTo>
                    <a:pt x="7598524" y="44983"/>
                  </a:lnTo>
                  <a:close/>
                </a:path>
                <a:path w="7643495" h="738504">
                  <a:moveTo>
                    <a:pt x="7607515" y="684276"/>
                  </a:moveTo>
                  <a:lnTo>
                    <a:pt x="7598524" y="684276"/>
                  </a:lnTo>
                  <a:lnTo>
                    <a:pt x="7598524" y="693280"/>
                  </a:lnTo>
                  <a:lnTo>
                    <a:pt x="7607515" y="693280"/>
                  </a:lnTo>
                  <a:lnTo>
                    <a:pt x="7607515" y="684276"/>
                  </a:lnTo>
                  <a:close/>
                </a:path>
                <a:path w="7643495" h="738504">
                  <a:moveTo>
                    <a:pt x="53975" y="44983"/>
                  </a:moveTo>
                  <a:lnTo>
                    <a:pt x="44983" y="44983"/>
                  </a:lnTo>
                  <a:lnTo>
                    <a:pt x="44983" y="53975"/>
                  </a:lnTo>
                  <a:lnTo>
                    <a:pt x="53975" y="53975"/>
                  </a:lnTo>
                  <a:lnTo>
                    <a:pt x="53975" y="44983"/>
                  </a:lnTo>
                  <a:close/>
                </a:path>
                <a:path w="7643495" h="738504">
                  <a:moveTo>
                    <a:pt x="7589520" y="44983"/>
                  </a:moveTo>
                  <a:lnTo>
                    <a:pt x="53975" y="44983"/>
                  </a:lnTo>
                  <a:lnTo>
                    <a:pt x="53975" y="53975"/>
                  </a:lnTo>
                  <a:lnTo>
                    <a:pt x="7589520" y="53975"/>
                  </a:lnTo>
                  <a:lnTo>
                    <a:pt x="7589520" y="44983"/>
                  </a:lnTo>
                  <a:close/>
                </a:path>
                <a:path w="7643495" h="738504">
                  <a:moveTo>
                    <a:pt x="7607515" y="44983"/>
                  </a:moveTo>
                  <a:lnTo>
                    <a:pt x="7598524" y="44983"/>
                  </a:lnTo>
                  <a:lnTo>
                    <a:pt x="7598524" y="53975"/>
                  </a:lnTo>
                  <a:lnTo>
                    <a:pt x="7607515" y="53975"/>
                  </a:lnTo>
                  <a:lnTo>
                    <a:pt x="7607515" y="4498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089363" y="3766830"/>
            <a:ext cx="6424930" cy="1445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1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Launches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Calisto MT"/>
                <a:cs typeface="Calisto MT"/>
              </a:rPr>
              <a:t>Web-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based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authentication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process.</a:t>
            </a: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</a:pPr>
            <a:endParaRPr sz="18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800">
              <a:latin typeface="Calisto MT"/>
              <a:cs typeface="Calisto MT"/>
            </a:endParaRPr>
          </a:p>
          <a:p>
            <a:pPr marL="12700" marR="5080">
              <a:lnSpc>
                <a:spcPts val="187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Assures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that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all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servlet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and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EJB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containers</a:t>
            </a:r>
            <a:r>
              <a:rPr sz="1800" spc="-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share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same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security context.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121789" y="4532757"/>
            <a:ext cx="875665" cy="874394"/>
            <a:chOff x="2121789" y="4532757"/>
            <a:chExt cx="875665" cy="874394"/>
          </a:xfrm>
        </p:grpSpPr>
        <p:sp>
          <p:nvSpPr>
            <p:cNvPr id="24" name="object 24"/>
            <p:cNvSpPr/>
            <p:nvPr/>
          </p:nvSpPr>
          <p:spPr>
            <a:xfrm>
              <a:off x="2131314" y="4542282"/>
              <a:ext cx="856615" cy="855344"/>
            </a:xfrm>
            <a:custGeom>
              <a:avLst/>
              <a:gdLst/>
              <a:ahLst/>
              <a:cxnLst/>
              <a:rect l="l" t="t" r="r" b="b"/>
              <a:pathLst>
                <a:path w="856614" h="855345">
                  <a:moveTo>
                    <a:pt x="428244" y="0"/>
                  </a:moveTo>
                  <a:lnTo>
                    <a:pt x="381582" y="2508"/>
                  </a:lnTo>
                  <a:lnTo>
                    <a:pt x="336375" y="9859"/>
                  </a:lnTo>
                  <a:lnTo>
                    <a:pt x="292885" y="21793"/>
                  </a:lnTo>
                  <a:lnTo>
                    <a:pt x="251374" y="38048"/>
                  </a:lnTo>
                  <a:lnTo>
                    <a:pt x="212101" y="58363"/>
                  </a:lnTo>
                  <a:lnTo>
                    <a:pt x="175328" y="82478"/>
                  </a:lnTo>
                  <a:lnTo>
                    <a:pt x="141318" y="110133"/>
                  </a:lnTo>
                  <a:lnTo>
                    <a:pt x="110330" y="141065"/>
                  </a:lnTo>
                  <a:lnTo>
                    <a:pt x="82626" y="175016"/>
                  </a:lnTo>
                  <a:lnTo>
                    <a:pt x="58467" y="211723"/>
                  </a:lnTo>
                  <a:lnTo>
                    <a:pt x="38116" y="250926"/>
                  </a:lnTo>
                  <a:lnTo>
                    <a:pt x="21832" y="292364"/>
                  </a:lnTo>
                  <a:lnTo>
                    <a:pt x="9877" y="335776"/>
                  </a:lnTo>
                  <a:lnTo>
                    <a:pt x="2512" y="380902"/>
                  </a:lnTo>
                  <a:lnTo>
                    <a:pt x="0" y="427482"/>
                  </a:lnTo>
                  <a:lnTo>
                    <a:pt x="2512" y="474061"/>
                  </a:lnTo>
                  <a:lnTo>
                    <a:pt x="9877" y="519187"/>
                  </a:lnTo>
                  <a:lnTo>
                    <a:pt x="21832" y="562599"/>
                  </a:lnTo>
                  <a:lnTo>
                    <a:pt x="38116" y="604037"/>
                  </a:lnTo>
                  <a:lnTo>
                    <a:pt x="58467" y="643240"/>
                  </a:lnTo>
                  <a:lnTo>
                    <a:pt x="82626" y="679947"/>
                  </a:lnTo>
                  <a:lnTo>
                    <a:pt x="110330" y="713898"/>
                  </a:lnTo>
                  <a:lnTo>
                    <a:pt x="141318" y="744830"/>
                  </a:lnTo>
                  <a:lnTo>
                    <a:pt x="175328" y="772485"/>
                  </a:lnTo>
                  <a:lnTo>
                    <a:pt x="212101" y="796600"/>
                  </a:lnTo>
                  <a:lnTo>
                    <a:pt x="251374" y="816915"/>
                  </a:lnTo>
                  <a:lnTo>
                    <a:pt x="292885" y="833170"/>
                  </a:lnTo>
                  <a:lnTo>
                    <a:pt x="336375" y="845104"/>
                  </a:lnTo>
                  <a:lnTo>
                    <a:pt x="381582" y="852455"/>
                  </a:lnTo>
                  <a:lnTo>
                    <a:pt x="428244" y="854964"/>
                  </a:lnTo>
                  <a:lnTo>
                    <a:pt x="474905" y="852455"/>
                  </a:lnTo>
                  <a:lnTo>
                    <a:pt x="520112" y="845104"/>
                  </a:lnTo>
                  <a:lnTo>
                    <a:pt x="563602" y="833170"/>
                  </a:lnTo>
                  <a:lnTo>
                    <a:pt x="605113" y="816915"/>
                  </a:lnTo>
                  <a:lnTo>
                    <a:pt x="644386" y="796600"/>
                  </a:lnTo>
                  <a:lnTo>
                    <a:pt x="681159" y="772485"/>
                  </a:lnTo>
                  <a:lnTo>
                    <a:pt x="715169" y="744830"/>
                  </a:lnTo>
                  <a:lnTo>
                    <a:pt x="746157" y="713898"/>
                  </a:lnTo>
                  <a:lnTo>
                    <a:pt x="773861" y="679947"/>
                  </a:lnTo>
                  <a:lnTo>
                    <a:pt x="798020" y="643240"/>
                  </a:lnTo>
                  <a:lnTo>
                    <a:pt x="818371" y="604037"/>
                  </a:lnTo>
                  <a:lnTo>
                    <a:pt x="834655" y="562599"/>
                  </a:lnTo>
                  <a:lnTo>
                    <a:pt x="846610" y="519187"/>
                  </a:lnTo>
                  <a:lnTo>
                    <a:pt x="853975" y="474061"/>
                  </a:lnTo>
                  <a:lnTo>
                    <a:pt x="856488" y="427482"/>
                  </a:lnTo>
                  <a:lnTo>
                    <a:pt x="853975" y="380902"/>
                  </a:lnTo>
                  <a:lnTo>
                    <a:pt x="846610" y="335776"/>
                  </a:lnTo>
                  <a:lnTo>
                    <a:pt x="834655" y="292364"/>
                  </a:lnTo>
                  <a:lnTo>
                    <a:pt x="818371" y="250926"/>
                  </a:lnTo>
                  <a:lnTo>
                    <a:pt x="798020" y="211723"/>
                  </a:lnTo>
                  <a:lnTo>
                    <a:pt x="773861" y="175016"/>
                  </a:lnTo>
                  <a:lnTo>
                    <a:pt x="746157" y="141065"/>
                  </a:lnTo>
                  <a:lnTo>
                    <a:pt x="715169" y="110133"/>
                  </a:lnTo>
                  <a:lnTo>
                    <a:pt x="681159" y="82478"/>
                  </a:lnTo>
                  <a:lnTo>
                    <a:pt x="644386" y="58363"/>
                  </a:lnTo>
                  <a:lnTo>
                    <a:pt x="605113" y="38048"/>
                  </a:lnTo>
                  <a:lnTo>
                    <a:pt x="563602" y="21793"/>
                  </a:lnTo>
                  <a:lnTo>
                    <a:pt x="520112" y="9859"/>
                  </a:lnTo>
                  <a:lnTo>
                    <a:pt x="474905" y="2508"/>
                  </a:lnTo>
                  <a:lnTo>
                    <a:pt x="42824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131314" y="4542282"/>
              <a:ext cx="856615" cy="855344"/>
            </a:xfrm>
            <a:custGeom>
              <a:avLst/>
              <a:gdLst/>
              <a:ahLst/>
              <a:cxnLst/>
              <a:rect l="l" t="t" r="r" b="b"/>
              <a:pathLst>
                <a:path w="856614" h="855345">
                  <a:moveTo>
                    <a:pt x="0" y="427482"/>
                  </a:moveTo>
                  <a:lnTo>
                    <a:pt x="2512" y="380902"/>
                  </a:lnTo>
                  <a:lnTo>
                    <a:pt x="9877" y="335776"/>
                  </a:lnTo>
                  <a:lnTo>
                    <a:pt x="21832" y="292364"/>
                  </a:lnTo>
                  <a:lnTo>
                    <a:pt x="38116" y="250926"/>
                  </a:lnTo>
                  <a:lnTo>
                    <a:pt x="58467" y="211723"/>
                  </a:lnTo>
                  <a:lnTo>
                    <a:pt x="82626" y="175016"/>
                  </a:lnTo>
                  <a:lnTo>
                    <a:pt x="110330" y="141065"/>
                  </a:lnTo>
                  <a:lnTo>
                    <a:pt x="141318" y="110133"/>
                  </a:lnTo>
                  <a:lnTo>
                    <a:pt x="175328" y="82478"/>
                  </a:lnTo>
                  <a:lnTo>
                    <a:pt x="212101" y="58363"/>
                  </a:lnTo>
                  <a:lnTo>
                    <a:pt x="251374" y="38048"/>
                  </a:lnTo>
                  <a:lnTo>
                    <a:pt x="292885" y="21793"/>
                  </a:lnTo>
                  <a:lnTo>
                    <a:pt x="336375" y="9859"/>
                  </a:lnTo>
                  <a:lnTo>
                    <a:pt x="381582" y="2508"/>
                  </a:lnTo>
                  <a:lnTo>
                    <a:pt x="428244" y="0"/>
                  </a:lnTo>
                  <a:lnTo>
                    <a:pt x="474905" y="2508"/>
                  </a:lnTo>
                  <a:lnTo>
                    <a:pt x="520112" y="9859"/>
                  </a:lnTo>
                  <a:lnTo>
                    <a:pt x="563602" y="21793"/>
                  </a:lnTo>
                  <a:lnTo>
                    <a:pt x="605113" y="38048"/>
                  </a:lnTo>
                  <a:lnTo>
                    <a:pt x="644386" y="58363"/>
                  </a:lnTo>
                  <a:lnTo>
                    <a:pt x="681159" y="82478"/>
                  </a:lnTo>
                  <a:lnTo>
                    <a:pt x="715169" y="110133"/>
                  </a:lnTo>
                  <a:lnTo>
                    <a:pt x="746157" y="141065"/>
                  </a:lnTo>
                  <a:lnTo>
                    <a:pt x="773861" y="175016"/>
                  </a:lnTo>
                  <a:lnTo>
                    <a:pt x="798020" y="211723"/>
                  </a:lnTo>
                  <a:lnTo>
                    <a:pt x="818371" y="250926"/>
                  </a:lnTo>
                  <a:lnTo>
                    <a:pt x="834655" y="292364"/>
                  </a:lnTo>
                  <a:lnTo>
                    <a:pt x="846610" y="335776"/>
                  </a:lnTo>
                  <a:lnTo>
                    <a:pt x="853975" y="380902"/>
                  </a:lnTo>
                  <a:lnTo>
                    <a:pt x="856488" y="427482"/>
                  </a:lnTo>
                  <a:lnTo>
                    <a:pt x="853975" y="474061"/>
                  </a:lnTo>
                  <a:lnTo>
                    <a:pt x="846610" y="519187"/>
                  </a:lnTo>
                  <a:lnTo>
                    <a:pt x="834655" y="562599"/>
                  </a:lnTo>
                  <a:lnTo>
                    <a:pt x="818371" y="604037"/>
                  </a:lnTo>
                  <a:lnTo>
                    <a:pt x="798020" y="643240"/>
                  </a:lnTo>
                  <a:lnTo>
                    <a:pt x="773861" y="679947"/>
                  </a:lnTo>
                  <a:lnTo>
                    <a:pt x="746157" y="713898"/>
                  </a:lnTo>
                  <a:lnTo>
                    <a:pt x="715169" y="744830"/>
                  </a:lnTo>
                  <a:lnTo>
                    <a:pt x="681159" y="772485"/>
                  </a:lnTo>
                  <a:lnTo>
                    <a:pt x="644386" y="796600"/>
                  </a:lnTo>
                  <a:lnTo>
                    <a:pt x="605113" y="816915"/>
                  </a:lnTo>
                  <a:lnTo>
                    <a:pt x="563602" y="833170"/>
                  </a:lnTo>
                  <a:lnTo>
                    <a:pt x="520112" y="845104"/>
                  </a:lnTo>
                  <a:lnTo>
                    <a:pt x="474905" y="852455"/>
                  </a:lnTo>
                  <a:lnTo>
                    <a:pt x="428244" y="854964"/>
                  </a:lnTo>
                  <a:lnTo>
                    <a:pt x="381582" y="852455"/>
                  </a:lnTo>
                  <a:lnTo>
                    <a:pt x="336375" y="845104"/>
                  </a:lnTo>
                  <a:lnTo>
                    <a:pt x="292885" y="833170"/>
                  </a:lnTo>
                  <a:lnTo>
                    <a:pt x="251374" y="816915"/>
                  </a:lnTo>
                  <a:lnTo>
                    <a:pt x="212101" y="796600"/>
                  </a:lnTo>
                  <a:lnTo>
                    <a:pt x="175328" y="772485"/>
                  </a:lnTo>
                  <a:lnTo>
                    <a:pt x="141318" y="744830"/>
                  </a:lnTo>
                  <a:lnTo>
                    <a:pt x="110330" y="713898"/>
                  </a:lnTo>
                  <a:lnTo>
                    <a:pt x="82626" y="679947"/>
                  </a:lnTo>
                  <a:lnTo>
                    <a:pt x="58467" y="643240"/>
                  </a:lnTo>
                  <a:lnTo>
                    <a:pt x="38116" y="604037"/>
                  </a:lnTo>
                  <a:lnTo>
                    <a:pt x="21832" y="562599"/>
                  </a:lnTo>
                  <a:lnTo>
                    <a:pt x="9877" y="519187"/>
                  </a:lnTo>
                  <a:lnTo>
                    <a:pt x="2512" y="474061"/>
                  </a:lnTo>
                  <a:lnTo>
                    <a:pt x="0" y="427482"/>
                  </a:lnTo>
                  <a:close/>
                </a:path>
              </a:pathLst>
            </a:custGeom>
            <a:ln w="19050">
              <a:solidFill>
                <a:srgbClr val="5552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Authentication</a:t>
            </a:r>
            <a:r>
              <a:rPr spc="-150" dirty="0"/>
              <a:t> </a:t>
            </a:r>
            <a:r>
              <a:rPr spc="-10" dirty="0"/>
              <a:t>Mechanisms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40155" y="1212722"/>
            <a:ext cx="3567429" cy="1800860"/>
            <a:chOff x="1240155" y="1212722"/>
            <a:chExt cx="3567429" cy="18008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9680" y="1222247"/>
              <a:ext cx="3547871" cy="17815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44917" y="1217485"/>
              <a:ext cx="3557904" cy="1791335"/>
            </a:xfrm>
            <a:custGeom>
              <a:avLst/>
              <a:gdLst/>
              <a:ahLst/>
              <a:cxnLst/>
              <a:rect l="l" t="t" r="r" b="b"/>
              <a:pathLst>
                <a:path w="3557904" h="1791335">
                  <a:moveTo>
                    <a:pt x="0" y="0"/>
                  </a:moveTo>
                  <a:lnTo>
                    <a:pt x="3557397" y="0"/>
                  </a:lnTo>
                  <a:lnTo>
                    <a:pt x="3557397" y="1791080"/>
                  </a:lnTo>
                  <a:lnTo>
                    <a:pt x="0" y="179108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99996" y="772735"/>
            <a:ext cx="3439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HTTP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Basic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Authentication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34859" y="823941"/>
            <a:ext cx="3575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HTTP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Digest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Authentication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9680" y="3587496"/>
            <a:ext cx="3547871" cy="223856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31671" y="3178210"/>
            <a:ext cx="3575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HTTP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Client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Authentication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99019" y="3587496"/>
            <a:ext cx="2715767" cy="281938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038038" y="3159343"/>
            <a:ext cx="3439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Form-</a:t>
            </a:r>
            <a:r>
              <a:rPr sz="1800" dirty="0">
                <a:latin typeface="Courier New"/>
                <a:cs typeface="Courier New"/>
              </a:rPr>
              <a:t>based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Authentication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69964" y="1222247"/>
            <a:ext cx="4085843" cy="1609343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Authentication</a:t>
            </a:r>
            <a:r>
              <a:rPr spc="-75" dirty="0"/>
              <a:t> </a:t>
            </a:r>
            <a:r>
              <a:rPr dirty="0"/>
              <a:t>in</a:t>
            </a:r>
            <a:r>
              <a:rPr spc="-125" dirty="0"/>
              <a:t> </a:t>
            </a:r>
            <a:r>
              <a:rPr dirty="0"/>
              <a:t>Jakarta</a:t>
            </a:r>
            <a:r>
              <a:rPr spc="-110" dirty="0"/>
              <a:t> </a:t>
            </a:r>
            <a:r>
              <a:rPr spc="-25" dirty="0"/>
              <a:t>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2264" y="935291"/>
            <a:ext cx="3387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Home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Page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2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Tomcat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Server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0277" y="4842509"/>
            <a:ext cx="2356485" cy="1414780"/>
          </a:xfrm>
          <a:prstGeom prst="rect">
            <a:avLst/>
          </a:prstGeom>
          <a:solidFill>
            <a:srgbClr val="FD9E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Times New Roman"/>
              <a:cs typeface="Times New Roman"/>
            </a:endParaRPr>
          </a:p>
          <a:p>
            <a:pPr marL="285750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urier New"/>
                <a:cs typeface="Courier New"/>
              </a:rPr>
              <a:t>&lt;auth-method&gt;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2602" y="4842509"/>
            <a:ext cx="2356485" cy="1414780"/>
          </a:xfrm>
          <a:prstGeom prst="rect">
            <a:avLst/>
          </a:prstGeom>
          <a:solidFill>
            <a:srgbClr val="76E315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Times New Roman"/>
              <a:cs typeface="Times New Roman"/>
            </a:endParaRPr>
          </a:p>
          <a:p>
            <a:pPr marL="353695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urier New"/>
                <a:cs typeface="Courier New"/>
              </a:rPr>
              <a:t>&lt;realm-name&gt;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84926" y="4842509"/>
            <a:ext cx="2895600" cy="1414780"/>
          </a:xfrm>
          <a:prstGeom prst="rect">
            <a:avLst/>
          </a:prstGeom>
          <a:solidFill>
            <a:srgbClr val="2CCA7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Times New Roman"/>
              <a:cs typeface="Times New Roman"/>
            </a:endParaRPr>
          </a:p>
          <a:p>
            <a:pPr marL="143510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urier New"/>
                <a:cs typeface="Courier New"/>
              </a:rPr>
              <a:t>&lt;form-login-config&gt;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6745" y="4842509"/>
            <a:ext cx="2654935" cy="1414780"/>
          </a:xfrm>
          <a:prstGeom prst="rect">
            <a:avLst/>
          </a:prstGeom>
          <a:solidFill>
            <a:srgbClr val="4189B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Times New Roman"/>
              <a:cs typeface="Times New Roman"/>
            </a:endParaRPr>
          </a:p>
          <a:p>
            <a:pPr marL="160020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urier New"/>
                <a:cs typeface="Courier New"/>
              </a:rPr>
              <a:t>&lt;form-login-page&gt;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3773" y="4275204"/>
            <a:ext cx="2764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Authentication</a:t>
            </a:r>
            <a:r>
              <a:rPr sz="1800" spc="-8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Mechanisms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42790" y="1432178"/>
            <a:ext cx="4079240" cy="2792730"/>
            <a:chOff x="4042790" y="1432178"/>
            <a:chExt cx="4079240" cy="279273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49705" y="1441703"/>
              <a:ext cx="3944273" cy="277368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47553" y="1436941"/>
              <a:ext cx="4069715" cy="2783205"/>
            </a:xfrm>
            <a:custGeom>
              <a:avLst/>
              <a:gdLst/>
              <a:ahLst/>
              <a:cxnLst/>
              <a:rect l="l" t="t" r="r" b="b"/>
              <a:pathLst>
                <a:path w="4069715" h="2783204">
                  <a:moveTo>
                    <a:pt x="0" y="0"/>
                  </a:moveTo>
                  <a:lnTo>
                    <a:pt x="4069461" y="0"/>
                  </a:lnTo>
                  <a:lnTo>
                    <a:pt x="4069461" y="2783205"/>
                  </a:lnTo>
                  <a:lnTo>
                    <a:pt x="0" y="278320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Declarative</a:t>
            </a:r>
            <a:r>
              <a:rPr spc="-145" dirty="0"/>
              <a:t> </a:t>
            </a:r>
            <a:r>
              <a:rPr spc="-10" dirty="0"/>
              <a:t>Security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04188" y="1132332"/>
            <a:ext cx="8750935" cy="5108575"/>
            <a:chOff x="1504188" y="1132332"/>
            <a:chExt cx="8750935" cy="5108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4188" y="1132332"/>
              <a:ext cx="2593847" cy="510844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3812" y="1146048"/>
              <a:ext cx="2514600" cy="50292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34561" y="1183385"/>
              <a:ext cx="6515100" cy="5029200"/>
            </a:xfrm>
            <a:custGeom>
              <a:avLst/>
              <a:gdLst/>
              <a:ahLst/>
              <a:cxnLst/>
              <a:rect l="l" t="t" r="r" b="b"/>
              <a:pathLst>
                <a:path w="6515100" h="5029200">
                  <a:moveTo>
                    <a:pt x="6515100" y="0"/>
                  </a:moveTo>
                  <a:lnTo>
                    <a:pt x="0" y="0"/>
                  </a:lnTo>
                  <a:lnTo>
                    <a:pt x="0" y="5029200"/>
                  </a:lnTo>
                  <a:lnTo>
                    <a:pt x="6515100" y="5029200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34561" y="1183385"/>
              <a:ext cx="6515100" cy="5029200"/>
            </a:xfrm>
            <a:custGeom>
              <a:avLst/>
              <a:gdLst/>
              <a:ahLst/>
              <a:cxnLst/>
              <a:rect l="l" t="t" r="r" b="b"/>
              <a:pathLst>
                <a:path w="6515100" h="5029200">
                  <a:moveTo>
                    <a:pt x="0" y="0"/>
                  </a:moveTo>
                  <a:lnTo>
                    <a:pt x="6515100" y="0"/>
                  </a:lnTo>
                  <a:lnTo>
                    <a:pt x="6515100" y="5029200"/>
                  </a:lnTo>
                  <a:lnTo>
                    <a:pt x="0" y="5029200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785875" y="2201979"/>
            <a:ext cx="1153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Advantages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23972" y="3520440"/>
            <a:ext cx="7430770" cy="2468880"/>
            <a:chOff x="2823972" y="3520440"/>
            <a:chExt cx="7430770" cy="246888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3972" y="3520440"/>
              <a:ext cx="1272539" cy="24688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63596" y="3534155"/>
              <a:ext cx="1194053" cy="238963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734561" y="3534918"/>
              <a:ext cx="6515100" cy="2390140"/>
            </a:xfrm>
            <a:custGeom>
              <a:avLst/>
              <a:gdLst/>
              <a:ahLst/>
              <a:cxnLst/>
              <a:rect l="l" t="t" r="r" b="b"/>
              <a:pathLst>
                <a:path w="6515100" h="2390140">
                  <a:moveTo>
                    <a:pt x="6515100" y="0"/>
                  </a:moveTo>
                  <a:lnTo>
                    <a:pt x="0" y="0"/>
                  </a:lnTo>
                  <a:lnTo>
                    <a:pt x="0" y="2389632"/>
                  </a:lnTo>
                  <a:lnTo>
                    <a:pt x="6515100" y="2389632"/>
                  </a:lnTo>
                  <a:lnTo>
                    <a:pt x="651510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34561" y="3534918"/>
              <a:ext cx="6515100" cy="2390140"/>
            </a:xfrm>
            <a:custGeom>
              <a:avLst/>
              <a:gdLst/>
              <a:ahLst/>
              <a:cxnLst/>
              <a:rect l="l" t="t" r="r" b="b"/>
              <a:pathLst>
                <a:path w="6515100" h="2390140">
                  <a:moveTo>
                    <a:pt x="0" y="0"/>
                  </a:moveTo>
                  <a:lnTo>
                    <a:pt x="6515100" y="0"/>
                  </a:lnTo>
                  <a:lnTo>
                    <a:pt x="6515100" y="2389632"/>
                  </a:lnTo>
                  <a:lnTo>
                    <a:pt x="0" y="2389632"/>
                  </a:lnTo>
                  <a:lnTo>
                    <a:pt x="0" y="0"/>
                  </a:lnTo>
                  <a:close/>
                </a:path>
              </a:pathLst>
            </a:custGeom>
            <a:ln w="9994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48715" y="4553131"/>
            <a:ext cx="142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Disadvantages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7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843961" y="1611278"/>
            <a:ext cx="2658745" cy="143383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84785" marR="5080" indent="-172720">
              <a:lnSpc>
                <a:spcPts val="2080"/>
              </a:lnSpc>
              <a:spcBef>
                <a:spcPts val="235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alisto MT"/>
                <a:cs typeface="Calisto MT"/>
              </a:rPr>
              <a:t>Ignores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programming constraints.</a:t>
            </a:r>
            <a:endParaRPr sz="1800">
              <a:latin typeface="Calisto MT"/>
              <a:cs typeface="Calisto MT"/>
            </a:endParaRPr>
          </a:p>
          <a:p>
            <a:pPr marL="184785" marR="142875" indent="-172720">
              <a:lnSpc>
                <a:spcPts val="2080"/>
              </a:lnSpc>
              <a:spcBef>
                <a:spcPts val="305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alisto MT"/>
                <a:cs typeface="Calisto MT"/>
              </a:rPr>
              <a:t>Requires</a:t>
            </a:r>
            <a:r>
              <a:rPr sz="1800" spc="-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little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change</a:t>
            </a:r>
            <a:r>
              <a:rPr sz="1800" spc="-7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in </a:t>
            </a:r>
            <a:r>
              <a:rPr sz="1800" dirty="0">
                <a:latin typeface="Calisto MT"/>
                <a:cs typeface="Calisto MT"/>
              </a:rPr>
              <a:t>security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model.</a:t>
            </a:r>
            <a:endParaRPr sz="1800">
              <a:latin typeface="Calisto MT"/>
              <a:cs typeface="Calisto MT"/>
            </a:endParaRPr>
          </a:p>
          <a:p>
            <a:pPr marL="185420" indent="-172720">
              <a:lnSpc>
                <a:spcPct val="100000"/>
              </a:lnSpc>
              <a:spcBef>
                <a:spcPts val="165"/>
              </a:spcBef>
              <a:buChar char="•"/>
              <a:tabLst>
                <a:tab pos="185420" algn="l"/>
              </a:tabLst>
            </a:pPr>
            <a:r>
              <a:rPr sz="1800" dirty="0">
                <a:latin typeface="Calisto MT"/>
                <a:cs typeface="Calisto MT"/>
              </a:rPr>
              <a:t>Easily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maintainable.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48076" y="3580210"/>
            <a:ext cx="3220085" cy="227393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84785" marR="727710" indent="-172720">
              <a:lnSpc>
                <a:spcPts val="2080"/>
              </a:lnSpc>
              <a:spcBef>
                <a:spcPts val="235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alisto MT"/>
                <a:cs typeface="Calisto MT"/>
              </a:rPr>
              <a:t>Provides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all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or </a:t>
            </a:r>
            <a:r>
              <a:rPr sz="1800" spc="-10" dirty="0">
                <a:latin typeface="Calisto MT"/>
                <a:cs typeface="Calisto MT"/>
              </a:rPr>
              <a:t>denies.</a:t>
            </a:r>
            <a:endParaRPr sz="1800">
              <a:latin typeface="Calisto MT"/>
              <a:cs typeface="Calisto MT"/>
            </a:endParaRPr>
          </a:p>
          <a:p>
            <a:pPr marL="184785" marR="765810" indent="-172720">
              <a:lnSpc>
                <a:spcPts val="2080"/>
              </a:lnSpc>
              <a:spcBef>
                <a:spcPts val="305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alisto MT"/>
                <a:cs typeface="Calisto MT"/>
              </a:rPr>
              <a:t>Gives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only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if</a:t>
            </a:r>
            <a:r>
              <a:rPr sz="1800" spc="14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 </a:t>
            </a:r>
            <a:r>
              <a:rPr sz="1800" dirty="0">
                <a:latin typeface="Calisto MT"/>
                <a:cs typeface="Calisto MT"/>
              </a:rPr>
              <a:t>password</a:t>
            </a:r>
            <a:r>
              <a:rPr sz="1800" spc="-8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matches.</a:t>
            </a:r>
            <a:endParaRPr sz="1800">
              <a:latin typeface="Calisto MT"/>
              <a:cs typeface="Calisto MT"/>
            </a:endParaRPr>
          </a:p>
          <a:p>
            <a:pPr marL="184785" marR="5080" indent="-172720">
              <a:lnSpc>
                <a:spcPct val="102099"/>
              </a:lnSpc>
              <a:spcBef>
                <a:spcPts val="120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alisto MT"/>
                <a:cs typeface="Calisto MT"/>
              </a:rPr>
              <a:t>Cannot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both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Form-based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basic </a:t>
            </a:r>
            <a:r>
              <a:rPr sz="1800" dirty="0">
                <a:latin typeface="Courier New"/>
                <a:cs typeface="Courier New"/>
              </a:rPr>
              <a:t>authentication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 </a:t>
            </a:r>
            <a:r>
              <a:rPr sz="1800" dirty="0">
                <a:latin typeface="Calisto MT"/>
                <a:cs typeface="Calisto MT"/>
              </a:rPr>
              <a:t>same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page.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Programmatic</a:t>
            </a:r>
            <a:r>
              <a:rPr spc="-130" dirty="0"/>
              <a:t> </a:t>
            </a:r>
            <a:r>
              <a:rPr spc="-10" dirty="0"/>
              <a:t>Security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38755" y="2743200"/>
            <a:ext cx="7786370" cy="3049905"/>
            <a:chOff x="2238755" y="2743200"/>
            <a:chExt cx="7786370" cy="30499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38755" y="5166360"/>
              <a:ext cx="7786115" cy="6263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8755" y="4358639"/>
              <a:ext cx="7786115" cy="899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38755" y="3550920"/>
              <a:ext cx="7786115" cy="8991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38755" y="2743200"/>
              <a:ext cx="7786115" cy="89915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872168" y="2831688"/>
            <a:ext cx="6520815" cy="2753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sto MT"/>
                <a:cs typeface="Calisto MT"/>
              </a:rPr>
              <a:t>Reverse</a:t>
            </a:r>
            <a:r>
              <a:rPr sz="2000" spc="-6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2000" spc="-6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base64</a:t>
            </a:r>
            <a:r>
              <a:rPr sz="2000" spc="-6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sto MT"/>
                <a:cs typeface="Calisto MT"/>
              </a:rPr>
              <a:t>encoding.</a:t>
            </a:r>
            <a:endParaRPr sz="20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2000">
              <a:latin typeface="Calisto MT"/>
              <a:cs typeface="Calisto MT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Check</a:t>
            </a:r>
            <a:r>
              <a:rPr sz="20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username</a:t>
            </a:r>
            <a:r>
              <a:rPr sz="2000" spc="-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and</a:t>
            </a:r>
            <a:r>
              <a:rPr sz="20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sto MT"/>
                <a:cs typeface="Calisto MT"/>
              </a:rPr>
              <a:t>password.</a:t>
            </a:r>
            <a:endParaRPr sz="20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2000">
              <a:latin typeface="Calisto MT"/>
              <a:cs typeface="Calisto MT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If</a:t>
            </a:r>
            <a:r>
              <a:rPr sz="2000" spc="16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authentication</a:t>
            </a:r>
            <a:r>
              <a:rPr sz="20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fails,</a:t>
            </a:r>
            <a:r>
              <a:rPr sz="20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send</a:t>
            </a:r>
            <a:r>
              <a:rPr sz="2000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proper</a:t>
            </a:r>
            <a:r>
              <a:rPr sz="20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response</a:t>
            </a:r>
            <a:r>
              <a:rPr sz="20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r>
              <a:rPr sz="20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sto MT"/>
                <a:cs typeface="Calisto MT"/>
              </a:rPr>
              <a:t>client.</a:t>
            </a:r>
            <a:endParaRPr sz="20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2000">
              <a:latin typeface="Calisto MT"/>
              <a:cs typeface="Calisto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Calisto MT"/>
                <a:cs typeface="Calisto MT"/>
              </a:rPr>
              <a:t>Servlet</a:t>
            </a:r>
            <a:r>
              <a:rPr sz="2000" spc="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sto MT"/>
                <a:cs typeface="Calisto MT"/>
              </a:rPr>
              <a:t>Annotations.</a:t>
            </a:r>
            <a:endParaRPr sz="2000">
              <a:latin typeface="Calisto MT"/>
              <a:cs typeface="Calisto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38755" y="1127760"/>
            <a:ext cx="7786370" cy="1706880"/>
            <a:chOff x="2238755" y="1127760"/>
            <a:chExt cx="7786370" cy="170688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38755" y="1935480"/>
              <a:ext cx="7786115" cy="89915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38755" y="1127760"/>
              <a:ext cx="7786115" cy="89915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468052" y="1216699"/>
            <a:ext cx="5328920" cy="1138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sto MT"/>
                <a:cs typeface="Calisto MT"/>
              </a:rPr>
              <a:t>Check</a:t>
            </a:r>
            <a:r>
              <a:rPr sz="2000" spc="-40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for</a:t>
            </a:r>
            <a:r>
              <a:rPr sz="2000" spc="-40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an</a:t>
            </a:r>
            <a:r>
              <a:rPr sz="2000" spc="-30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authorization</a:t>
            </a:r>
            <a:r>
              <a:rPr sz="2000" spc="-65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request</a:t>
            </a:r>
            <a:r>
              <a:rPr sz="2000" spc="-30" dirty="0">
                <a:latin typeface="Calisto MT"/>
                <a:cs typeface="Calisto MT"/>
              </a:rPr>
              <a:t> </a:t>
            </a:r>
            <a:r>
              <a:rPr sz="2000" spc="-10" dirty="0">
                <a:latin typeface="Calisto MT"/>
                <a:cs typeface="Calisto MT"/>
              </a:rPr>
              <a:t>header.</a:t>
            </a:r>
            <a:endParaRPr sz="20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2000">
              <a:latin typeface="Calisto MT"/>
              <a:cs typeface="Calisto MT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Calisto MT"/>
                <a:cs typeface="Calisto MT"/>
              </a:rPr>
              <a:t>Get</a:t>
            </a:r>
            <a:r>
              <a:rPr sz="2000" spc="-35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the</a:t>
            </a:r>
            <a:r>
              <a:rPr sz="2000" spc="-30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string</a:t>
            </a:r>
            <a:r>
              <a:rPr sz="2000" spc="-25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with</a:t>
            </a:r>
            <a:r>
              <a:rPr sz="2000" spc="-40" dirty="0">
                <a:latin typeface="Calisto MT"/>
                <a:cs typeface="Calisto MT"/>
              </a:rPr>
              <a:t> </a:t>
            </a:r>
            <a:r>
              <a:rPr sz="2000" dirty="0">
                <a:latin typeface="Calisto MT"/>
                <a:cs typeface="Calisto MT"/>
              </a:rPr>
              <a:t>encoded</a:t>
            </a:r>
            <a:r>
              <a:rPr sz="2000" spc="-45" dirty="0">
                <a:latin typeface="Calisto MT"/>
                <a:cs typeface="Calisto MT"/>
              </a:rPr>
              <a:t> </a:t>
            </a:r>
            <a:r>
              <a:rPr sz="2000" spc="-10" dirty="0">
                <a:latin typeface="Calisto MT"/>
                <a:cs typeface="Calisto MT"/>
              </a:rPr>
              <a:t>username/password.</a:t>
            </a:r>
            <a:endParaRPr sz="2000">
              <a:latin typeface="Calisto MT"/>
              <a:cs typeface="Calisto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Courier New"/>
                <a:cs typeface="Courier New"/>
              </a:rPr>
              <a:t>ServerAuthModule</a:t>
            </a:r>
            <a:r>
              <a:rPr spc="-875" dirty="0">
                <a:latin typeface="Courier New"/>
                <a:cs typeface="Courier New"/>
              </a:rPr>
              <a:t> </a:t>
            </a:r>
            <a:r>
              <a:rPr spc="-10" dirty="0"/>
              <a:t>Interface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8139" y="1002792"/>
            <a:ext cx="952500" cy="4422775"/>
            <a:chOff x="358139" y="1002792"/>
            <a:chExt cx="952500" cy="44227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139" y="1002792"/>
              <a:ext cx="952499" cy="9509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139" y="1869947"/>
              <a:ext cx="952499" cy="9524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139" y="2738627"/>
              <a:ext cx="952499" cy="9509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8139" y="3605784"/>
              <a:ext cx="952499" cy="9509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8139" y="4472939"/>
              <a:ext cx="952499" cy="95249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22634" y="1262965"/>
            <a:ext cx="3591560" cy="3770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Initialize()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316300"/>
              </a:lnSpc>
            </a:pPr>
            <a:r>
              <a:rPr sz="1800" spc="-10" dirty="0">
                <a:latin typeface="Courier New"/>
                <a:cs typeface="Courier New"/>
              </a:rPr>
              <a:t>getSupportedMessageTypes() ValidateRequest() SecureResponse() CleanSubject()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74183" y="1154811"/>
            <a:ext cx="5452110" cy="4105275"/>
            <a:chOff x="5274183" y="1154811"/>
            <a:chExt cx="5452110" cy="410527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83708" y="1164336"/>
              <a:ext cx="5428487" cy="408583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278945" y="1159573"/>
              <a:ext cx="5442585" cy="4095750"/>
            </a:xfrm>
            <a:custGeom>
              <a:avLst/>
              <a:gdLst/>
              <a:ahLst/>
              <a:cxnLst/>
              <a:rect l="l" t="t" r="r" b="b"/>
              <a:pathLst>
                <a:path w="5442584" h="4095750">
                  <a:moveTo>
                    <a:pt x="0" y="0"/>
                  </a:moveTo>
                  <a:lnTo>
                    <a:pt x="5442585" y="0"/>
                  </a:lnTo>
                  <a:lnTo>
                    <a:pt x="5442585" y="4095369"/>
                  </a:lnTo>
                  <a:lnTo>
                    <a:pt x="0" y="409536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2956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SSL</a:t>
            </a:r>
            <a:r>
              <a:rPr spc="-35" dirty="0"/>
              <a:t> </a:t>
            </a:r>
            <a:r>
              <a:rPr spc="-10" dirty="0"/>
              <a:t>Certification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33777" y="915161"/>
            <a:ext cx="3869690" cy="2321560"/>
          </a:xfrm>
          <a:prstGeom prst="rect">
            <a:avLst/>
          </a:prstGeom>
          <a:solidFill>
            <a:srgbClr val="D6D346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2000">
              <a:latin typeface="Times New Roman"/>
              <a:cs typeface="Times New Roman"/>
            </a:endParaRPr>
          </a:p>
          <a:p>
            <a:pPr marL="1094740">
              <a:lnSpc>
                <a:spcPct val="100000"/>
              </a:lnSpc>
            </a:pPr>
            <a:r>
              <a:rPr sz="2000" b="1" spc="-10" dirty="0">
                <a:solidFill>
                  <a:srgbClr val="FFFFFF"/>
                </a:solidFill>
                <a:latin typeface="Calisto MT"/>
                <a:cs typeface="Calisto MT"/>
              </a:rPr>
              <a:t>Authentication</a:t>
            </a:r>
            <a:endParaRPr sz="2000">
              <a:latin typeface="Calisto MT"/>
              <a:cs typeface="Calisto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90309" y="915161"/>
            <a:ext cx="3869690" cy="2321560"/>
          </a:xfrm>
          <a:prstGeom prst="rect">
            <a:avLst/>
          </a:prstGeom>
          <a:solidFill>
            <a:srgbClr val="5ABC5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b="1" spc="-10" dirty="0">
                <a:solidFill>
                  <a:srgbClr val="FFFFFF"/>
                </a:solidFill>
                <a:latin typeface="Calisto MT"/>
                <a:cs typeface="Calisto MT"/>
              </a:rPr>
              <a:t>Encryption</a:t>
            </a:r>
            <a:endParaRPr sz="2000">
              <a:latin typeface="Calisto MT"/>
              <a:cs typeface="Calisto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3777" y="3623309"/>
            <a:ext cx="3869690" cy="2321560"/>
          </a:xfrm>
          <a:prstGeom prst="rect">
            <a:avLst/>
          </a:prstGeom>
          <a:solidFill>
            <a:srgbClr val="6CA09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2000">
              <a:latin typeface="Times New Roman"/>
              <a:cs typeface="Times New Roman"/>
            </a:endParaRPr>
          </a:p>
          <a:p>
            <a:pPr marL="114046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alisto MT"/>
                <a:cs typeface="Calisto MT"/>
              </a:rPr>
              <a:t>Data</a:t>
            </a:r>
            <a:r>
              <a:rPr sz="2000" b="1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sto MT"/>
                <a:cs typeface="Calisto MT"/>
              </a:rPr>
              <a:t>Integrity</a:t>
            </a:r>
            <a:endParaRPr sz="2000">
              <a:latin typeface="Calisto MT"/>
              <a:cs typeface="Calisto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90309" y="3623309"/>
            <a:ext cx="3869690" cy="2321560"/>
          </a:xfrm>
          <a:prstGeom prst="rect">
            <a:avLst/>
          </a:prstGeom>
          <a:solidFill>
            <a:srgbClr val="81818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2000">
              <a:latin typeface="Times New Roman"/>
              <a:cs typeface="Times New Roman"/>
            </a:endParaRPr>
          </a:p>
          <a:p>
            <a:pPr marL="10414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alisto MT"/>
                <a:cs typeface="Calisto MT"/>
              </a:rPr>
              <a:t>Trust</a:t>
            </a:r>
            <a:r>
              <a:rPr sz="2000" b="1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sto MT"/>
                <a:cs typeface="Calisto MT"/>
              </a:rPr>
              <a:t>Indicators</a:t>
            </a:r>
            <a:endParaRPr sz="20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618" y="754115"/>
            <a:ext cx="11433175" cy="465836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2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application,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which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accessed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help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browser.</a:t>
            </a:r>
            <a:endParaRPr sz="1800">
              <a:latin typeface="Calisto MT"/>
              <a:cs typeface="Calisto MT"/>
            </a:endParaRPr>
          </a:p>
          <a:p>
            <a:pPr marL="194310" marR="8890" indent="-181610">
              <a:lnSpc>
                <a:spcPts val="1939"/>
              </a:lnSpc>
              <a:spcBef>
                <a:spcPts val="143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reason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popularity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spc="-45" dirty="0">
                <a:latin typeface="Calisto MT"/>
                <a:cs typeface="Calisto MT"/>
              </a:rPr>
              <a:t>Web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ability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maintain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them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without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changing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computers. 	</a:t>
            </a:r>
            <a:r>
              <a:rPr sz="1800" dirty="0">
                <a:latin typeface="Calisto MT"/>
                <a:cs typeface="Calisto MT"/>
              </a:rPr>
              <a:t>When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you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70" dirty="0">
                <a:latin typeface="Calisto MT"/>
                <a:cs typeface="Calisto MT"/>
              </a:rPr>
              <a:t>Web,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hackers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get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your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information.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So,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keep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your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information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secret,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necessary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to 	</a:t>
            </a:r>
            <a:r>
              <a:rPr sz="1800" dirty="0">
                <a:latin typeface="Calisto MT"/>
                <a:cs typeface="Calisto MT"/>
              </a:rPr>
              <a:t>secure</a:t>
            </a:r>
            <a:r>
              <a:rPr sz="1800" spc="-70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applications.</a:t>
            </a:r>
            <a:endParaRPr sz="1800">
              <a:latin typeface="Calisto MT"/>
              <a:cs typeface="Calisto MT"/>
            </a:endParaRPr>
          </a:p>
          <a:p>
            <a:pPr marL="193675" marR="73660" indent="-181610">
              <a:lnSpc>
                <a:spcPts val="1939"/>
              </a:lnSpc>
              <a:spcBef>
                <a:spcPts val="1360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There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four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authentication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Mechanisms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available.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These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are </a:t>
            </a:r>
            <a:r>
              <a:rPr sz="1800" dirty="0">
                <a:latin typeface="Courier New"/>
                <a:cs typeface="Courier New"/>
              </a:rPr>
              <a:t>HTTP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Basic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Authentication</a:t>
            </a:r>
            <a:r>
              <a:rPr sz="1800" spc="-10" dirty="0">
                <a:latin typeface="Calisto MT"/>
                <a:cs typeface="Calisto MT"/>
              </a:rPr>
              <a:t>,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HTTP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Digest 	Authentication</a:t>
            </a:r>
            <a:r>
              <a:rPr sz="1800" spc="-10" dirty="0">
                <a:latin typeface="Calisto MT"/>
                <a:cs typeface="Calisto MT"/>
              </a:rPr>
              <a:t>,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ourier New"/>
                <a:cs typeface="Courier New"/>
              </a:rPr>
              <a:t>HTTPS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Client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Authentication</a:t>
            </a:r>
            <a:r>
              <a:rPr sz="1800" spc="-10" dirty="0">
                <a:latin typeface="Calisto MT"/>
                <a:cs typeface="Calisto MT"/>
              </a:rPr>
              <a:t>,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 </a:t>
            </a:r>
            <a:r>
              <a:rPr sz="1800" spc="-10" dirty="0">
                <a:latin typeface="Courier New"/>
                <a:cs typeface="Courier New"/>
              </a:rPr>
              <a:t>Form-</a:t>
            </a:r>
            <a:r>
              <a:rPr sz="1800" dirty="0">
                <a:latin typeface="Courier New"/>
                <a:cs typeface="Courier New"/>
              </a:rPr>
              <a:t>Based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Authentication</a:t>
            </a:r>
            <a:r>
              <a:rPr sz="1800" spc="-10" dirty="0">
                <a:latin typeface="Calisto MT"/>
                <a:cs typeface="Calisto MT"/>
              </a:rPr>
              <a:t>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21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modern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</a:t>
            </a:r>
            <a:r>
              <a:rPr sz="1800" spc="-10" dirty="0">
                <a:latin typeface="Calisto MT"/>
                <a:cs typeface="Calisto MT"/>
              </a:rPr>
              <a:t> applications,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annotations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configure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security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settings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become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common</a:t>
            </a:r>
            <a:r>
              <a:rPr sz="1800" spc="-10" dirty="0">
                <a:latin typeface="Calisto MT"/>
                <a:cs typeface="Calisto MT"/>
              </a:rPr>
              <a:t> practice.</a:t>
            </a:r>
            <a:endParaRPr sz="1800">
              <a:latin typeface="Calisto MT"/>
              <a:cs typeface="Calisto MT"/>
            </a:endParaRPr>
          </a:p>
          <a:p>
            <a:pPr marL="194310" marR="5080" indent="-181610">
              <a:lnSpc>
                <a:spcPts val="1939"/>
              </a:lnSpc>
              <a:spcBef>
                <a:spcPts val="143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Traditional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web.xml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still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security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configuration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applications,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offering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flexibility</a:t>
            </a:r>
            <a:r>
              <a:rPr sz="1800" spc="-7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and 	</a:t>
            </a:r>
            <a:r>
              <a:rPr sz="1800" dirty="0">
                <a:latin typeface="Calisto MT"/>
                <a:cs typeface="Calisto MT"/>
              </a:rPr>
              <a:t>backward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compatibility</a:t>
            </a:r>
            <a:r>
              <a:rPr sz="1800" spc="-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applications.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6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declarative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security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provides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security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resource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help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configuration.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Programmatic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security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authenticates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users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grants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access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users.</a:t>
            </a:r>
            <a:endParaRPr sz="1800">
              <a:latin typeface="Calisto MT"/>
              <a:cs typeface="Calisto MT"/>
            </a:endParaRPr>
          </a:p>
          <a:p>
            <a:pPr marL="194310" marR="212090" indent="-181610">
              <a:lnSpc>
                <a:spcPts val="1939"/>
              </a:lnSpc>
              <a:spcBef>
                <a:spcPts val="143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SSL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certificate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authenticates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Website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encrypts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between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browsers,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ensuring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security,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data 	integrity,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trust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through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HTTPS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visual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indicators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such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padlock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icon.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536</Words>
  <Application>Microsoft Office PowerPoint</Application>
  <PresentationFormat>Widescreen</PresentationFormat>
  <Paragraphs>120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Algerian</vt:lpstr>
      <vt:lpstr>Arial Black</vt:lpstr>
      <vt:lpstr>Arial Rounded MT Bold</vt:lpstr>
      <vt:lpstr>Calibri</vt:lpstr>
      <vt:lpstr>Calisto MT</vt:lpstr>
      <vt:lpstr>Corbel</vt:lpstr>
      <vt:lpstr>Courier New</vt:lpstr>
      <vt:lpstr>Times New Roman</vt:lpstr>
      <vt:lpstr>Office Theme</vt:lpstr>
      <vt:lpstr>Jakarta Server Pages</vt:lpstr>
      <vt:lpstr>Objectives</vt:lpstr>
      <vt:lpstr>Introduction</vt:lpstr>
      <vt:lpstr>Jakarta EE Security API</vt:lpstr>
      <vt:lpstr>Authentication Mechanisms</vt:lpstr>
      <vt:lpstr>Authentication in Jakarta EE</vt:lpstr>
      <vt:lpstr>Declarative Security</vt:lpstr>
      <vt:lpstr>Programmatic Security</vt:lpstr>
      <vt:lpstr>ServerAuthModule Interface</vt:lpstr>
      <vt:lpstr>SSL Certification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Aptech Limited</dc:creator>
  <cp:lastModifiedBy>Hoang Duc Quang</cp:lastModifiedBy>
  <cp:revision>11</cp:revision>
  <dcterms:created xsi:type="dcterms:W3CDTF">2025-10-19T10:33:49Z</dcterms:created>
  <dcterms:modified xsi:type="dcterms:W3CDTF">2025-10-20T01:27:02Z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2024-07-10T00:00:00Z</vt:filetime>
  </property>
  <property fmtid="{D5CDD505-2E9C-101B-9397-08002B2CF9AE}" pid="3" name="Creator">
    <vt:lpwstr>Acrobat PDFMaker 24 for PowerPoint</vt:lpwstr>
  </property>
  <property fmtid="{D5CDD505-2E9C-101B-9397-08002B2CF9AE}" pid="4" name="EBX_PUBLISHER">
    <vt:lpwstr>Aptech</vt:lpwstr>
  </property>
  <property fmtid="{D5CDD505-2E9C-101B-9397-08002B2CF9AE}" pid="5" name="LastSaved">
    <vt:filetime>2025-10-19T00:00:00Z</vt:filetime>
  </property>
  <property fmtid="{D5CDD505-2E9C-101B-9397-08002B2CF9AE}" pid="6" name="Producer">
    <vt:lpwstr>Adobe PDF Library 24.2.159</vt:lpwstr>
  </property>
</Properties>
</file>