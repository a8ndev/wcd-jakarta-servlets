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04" r:id="rId2"/>
    <p:sldId id="405" r:id="rId3"/>
    <p:sldId id="406" r:id="rId4"/>
    <p:sldId id="407" r:id="rId5"/>
    <p:sldId id="408" r:id="rId6"/>
    <p:sldId id="409" r:id="rId7"/>
    <p:sldId id="410" r:id="rId8"/>
    <p:sldId id="411" r:id="rId9"/>
    <p:sldId id="412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87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907" y="79546"/>
            <a:ext cx="5808980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180291" y="1592148"/>
            <a:ext cx="2744470" cy="3464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492240"/>
            <a:ext cx="12179820" cy="36576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907" y="33827"/>
            <a:ext cx="12010184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0712" y="1300308"/>
            <a:ext cx="6851650" cy="4247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474575" y="6635253"/>
            <a:ext cx="1028700" cy="161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19714" y="6613906"/>
            <a:ext cx="330833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572" y="0"/>
            <a:ext cx="12187555" cy="6858000"/>
            <a:chOff x="4572" y="0"/>
            <a:chExt cx="12187555" cy="6858000"/>
          </a:xfrm>
        </p:grpSpPr>
        <p:sp>
          <p:nvSpPr>
            <p:cNvPr id="4" name="object 4"/>
            <p:cNvSpPr/>
            <p:nvPr/>
          </p:nvSpPr>
          <p:spPr>
            <a:xfrm>
              <a:off x="126492" y="2930651"/>
              <a:ext cx="11963400" cy="3736975"/>
            </a:xfrm>
            <a:custGeom>
              <a:avLst/>
              <a:gdLst/>
              <a:ahLst/>
              <a:cxnLst/>
              <a:rect l="l" t="t" r="r" b="b"/>
              <a:pathLst>
                <a:path w="11963400" h="3736975">
                  <a:moveTo>
                    <a:pt x="11963400" y="0"/>
                  </a:moveTo>
                  <a:lnTo>
                    <a:pt x="0" y="0"/>
                  </a:lnTo>
                  <a:lnTo>
                    <a:pt x="0" y="3736848"/>
                  </a:lnTo>
                  <a:lnTo>
                    <a:pt x="11963400" y="3736848"/>
                  </a:lnTo>
                  <a:lnTo>
                    <a:pt x="11963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" y="0"/>
              <a:ext cx="12187427" cy="68579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6827" y="2222496"/>
            <a:ext cx="58318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Arial Rounded MT Bold"/>
                <a:cs typeface="Arial Rounded MT Bold"/>
              </a:rPr>
              <a:t>Jakarta</a:t>
            </a:r>
            <a:r>
              <a:rPr sz="4400" spc="-170" dirty="0">
                <a:latin typeface="Arial Rounded MT Bold"/>
                <a:cs typeface="Arial Rounded MT Bold"/>
              </a:rPr>
              <a:t> </a:t>
            </a:r>
            <a:r>
              <a:rPr sz="4400" dirty="0">
                <a:latin typeface="Arial Rounded MT Bold"/>
                <a:cs typeface="Arial Rounded MT Bold"/>
              </a:rPr>
              <a:t>Server</a:t>
            </a:r>
            <a:r>
              <a:rPr sz="4400" spc="-185" dirty="0">
                <a:latin typeface="Arial Rounded MT Bold"/>
                <a:cs typeface="Arial Rounded MT Bold"/>
              </a:rPr>
              <a:t> </a:t>
            </a:r>
            <a:r>
              <a:rPr sz="4400" spc="-40" dirty="0">
                <a:latin typeface="Arial Rounded MT Bold"/>
                <a:cs typeface="Arial Rounded MT Bold"/>
              </a:rPr>
              <a:t>Pages</a:t>
            </a:r>
            <a:endParaRPr sz="4400">
              <a:latin typeface="Arial Rounded MT Bold"/>
              <a:cs typeface="Arial Rounded MT Bold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050"/>
              </a:lnSpc>
            </a:pPr>
            <a:r>
              <a:rPr spc="-50" dirty="0"/>
              <a:t>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6827" y="2893106"/>
            <a:ext cx="341502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FFFF"/>
                </a:solidFill>
                <a:latin typeface="Arial Rounded MT Bold"/>
                <a:cs typeface="Arial Rounded MT Bold"/>
              </a:rPr>
              <a:t>and</a:t>
            </a:r>
            <a:r>
              <a:rPr sz="4400" spc="-15" dirty="0">
                <a:solidFill>
                  <a:srgbClr val="FFFFFF"/>
                </a:solidFill>
                <a:latin typeface="Arial Rounded MT Bold"/>
                <a:cs typeface="Arial Rounded MT Bold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Arial Rounded MT Bold"/>
                <a:cs typeface="Arial Rounded MT Bold"/>
              </a:rPr>
              <a:t>Servlets</a:t>
            </a:r>
            <a:endParaRPr sz="4400">
              <a:latin typeface="Arial Rounded MT Bold"/>
              <a:cs typeface="Arial Rounded MT Bol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4805" y="4517499"/>
            <a:ext cx="4934585" cy="1474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C564"/>
                </a:solidFill>
                <a:latin typeface="Algerian"/>
                <a:cs typeface="Algerian"/>
              </a:rPr>
              <a:t>SESSION:</a:t>
            </a:r>
            <a:r>
              <a:rPr sz="2400" spc="-75" dirty="0">
                <a:solidFill>
                  <a:srgbClr val="FFC564"/>
                </a:solidFill>
                <a:latin typeface="Algerian"/>
                <a:cs typeface="Algerian"/>
              </a:rPr>
              <a:t> </a:t>
            </a:r>
            <a:r>
              <a:rPr sz="2400" spc="-25" dirty="0">
                <a:solidFill>
                  <a:srgbClr val="FFC564"/>
                </a:solidFill>
                <a:latin typeface="Algerian"/>
                <a:cs typeface="Algerian"/>
              </a:rPr>
              <a:t>15</a:t>
            </a:r>
            <a:endParaRPr sz="2400">
              <a:latin typeface="Algerian"/>
              <a:cs typeface="Algerian"/>
            </a:endParaRPr>
          </a:p>
          <a:p>
            <a:pPr marL="12700" marR="5080">
              <a:lnSpc>
                <a:spcPct val="100000"/>
              </a:lnSpc>
              <a:spcBef>
                <a:spcPts val="2770"/>
              </a:spcBef>
            </a:pP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Building</a:t>
            </a:r>
            <a:r>
              <a:rPr sz="2400" spc="-40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an</a:t>
            </a:r>
            <a:r>
              <a:rPr sz="2400" spc="-10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Application</a:t>
            </a:r>
            <a:r>
              <a:rPr sz="2400" spc="-35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spc="-10" dirty="0">
                <a:solidFill>
                  <a:srgbClr val="FFC564"/>
                </a:solidFill>
                <a:latin typeface="Arial Black"/>
                <a:cs typeface="Arial Black"/>
              </a:rPr>
              <a:t>Using </a:t>
            </a: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JSP</a:t>
            </a:r>
            <a:r>
              <a:rPr sz="2400" spc="-25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and</a:t>
            </a:r>
            <a:r>
              <a:rPr sz="2400" spc="-45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spc="-10" dirty="0">
                <a:solidFill>
                  <a:srgbClr val="FFC564"/>
                </a:solidFill>
                <a:latin typeface="Arial Black"/>
                <a:cs typeface="Arial Black"/>
              </a:rPr>
              <a:t>Servlet</a:t>
            </a:r>
            <a:endParaRPr sz="2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027" y="38586"/>
            <a:ext cx="15709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825" y="759967"/>
            <a:ext cx="8103870" cy="1301115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2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process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creating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Dynamic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Web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using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Servlet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connecting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database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using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JPA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steps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connect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MySQL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database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Overview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48434" y="1213485"/>
            <a:ext cx="11517630" cy="4857750"/>
            <a:chOff x="448434" y="1213485"/>
            <a:chExt cx="11517630" cy="4857750"/>
          </a:xfrm>
        </p:grpSpPr>
        <p:sp>
          <p:nvSpPr>
            <p:cNvPr id="4" name="object 4"/>
            <p:cNvSpPr/>
            <p:nvPr/>
          </p:nvSpPr>
          <p:spPr>
            <a:xfrm>
              <a:off x="457959" y="1223010"/>
              <a:ext cx="11498580" cy="4838700"/>
            </a:xfrm>
            <a:custGeom>
              <a:avLst/>
              <a:gdLst/>
              <a:ahLst/>
              <a:cxnLst/>
              <a:rect l="l" t="t" r="r" b="b"/>
              <a:pathLst>
                <a:path w="11498580" h="4838700">
                  <a:moveTo>
                    <a:pt x="806462" y="0"/>
                  </a:moveTo>
                  <a:lnTo>
                    <a:pt x="11498580" y="0"/>
                  </a:lnTo>
                  <a:lnTo>
                    <a:pt x="11498580" y="4032237"/>
                  </a:lnTo>
                  <a:lnTo>
                    <a:pt x="11497210" y="4079623"/>
                  </a:lnTo>
                  <a:lnTo>
                    <a:pt x="11493154" y="4126288"/>
                  </a:lnTo>
                  <a:lnTo>
                    <a:pt x="11486485" y="4172157"/>
                  </a:lnTo>
                  <a:lnTo>
                    <a:pt x="11477280" y="4217153"/>
                  </a:lnTo>
                  <a:lnTo>
                    <a:pt x="11465615" y="4261201"/>
                  </a:lnTo>
                  <a:lnTo>
                    <a:pt x="11451564" y="4304225"/>
                  </a:lnTo>
                  <a:lnTo>
                    <a:pt x="11435204" y="4346150"/>
                  </a:lnTo>
                  <a:lnTo>
                    <a:pt x="11416611" y="4386901"/>
                  </a:lnTo>
                  <a:lnTo>
                    <a:pt x="11395859" y="4426400"/>
                  </a:lnTo>
                  <a:lnTo>
                    <a:pt x="11373024" y="4464574"/>
                  </a:lnTo>
                  <a:lnTo>
                    <a:pt x="11348183" y="4501346"/>
                  </a:lnTo>
                  <a:lnTo>
                    <a:pt x="11321410" y="4536640"/>
                  </a:lnTo>
                  <a:lnTo>
                    <a:pt x="11292782" y="4570381"/>
                  </a:lnTo>
                  <a:lnTo>
                    <a:pt x="11262374" y="4602494"/>
                  </a:lnTo>
                  <a:lnTo>
                    <a:pt x="11230261" y="4632902"/>
                  </a:lnTo>
                  <a:lnTo>
                    <a:pt x="11196520" y="4661530"/>
                  </a:lnTo>
                  <a:lnTo>
                    <a:pt x="11161226" y="4688303"/>
                  </a:lnTo>
                  <a:lnTo>
                    <a:pt x="11124454" y="4713144"/>
                  </a:lnTo>
                  <a:lnTo>
                    <a:pt x="11086280" y="4735979"/>
                  </a:lnTo>
                  <a:lnTo>
                    <a:pt x="11046781" y="4756731"/>
                  </a:lnTo>
                  <a:lnTo>
                    <a:pt x="11006030" y="4775324"/>
                  </a:lnTo>
                  <a:lnTo>
                    <a:pt x="10964105" y="4791684"/>
                  </a:lnTo>
                  <a:lnTo>
                    <a:pt x="10921081" y="4805735"/>
                  </a:lnTo>
                  <a:lnTo>
                    <a:pt x="10877033" y="4817400"/>
                  </a:lnTo>
                  <a:lnTo>
                    <a:pt x="10832037" y="4826605"/>
                  </a:lnTo>
                  <a:lnTo>
                    <a:pt x="10786168" y="4833274"/>
                  </a:lnTo>
                  <a:lnTo>
                    <a:pt x="10739503" y="4837330"/>
                  </a:lnTo>
                  <a:lnTo>
                    <a:pt x="10692117" y="4838700"/>
                  </a:lnTo>
                  <a:lnTo>
                    <a:pt x="0" y="4838700"/>
                  </a:lnTo>
                  <a:lnTo>
                    <a:pt x="0" y="806462"/>
                  </a:lnTo>
                  <a:lnTo>
                    <a:pt x="1369" y="759076"/>
                  </a:lnTo>
                  <a:lnTo>
                    <a:pt x="5425" y="712411"/>
                  </a:lnTo>
                  <a:lnTo>
                    <a:pt x="12094" y="666542"/>
                  </a:lnTo>
                  <a:lnTo>
                    <a:pt x="21299" y="621546"/>
                  </a:lnTo>
                  <a:lnTo>
                    <a:pt x="32964" y="577498"/>
                  </a:lnTo>
                  <a:lnTo>
                    <a:pt x="47015" y="534474"/>
                  </a:lnTo>
                  <a:lnTo>
                    <a:pt x="63375" y="492549"/>
                  </a:lnTo>
                  <a:lnTo>
                    <a:pt x="81968" y="451798"/>
                  </a:lnTo>
                  <a:lnTo>
                    <a:pt x="102720" y="412299"/>
                  </a:lnTo>
                  <a:lnTo>
                    <a:pt x="125555" y="374125"/>
                  </a:lnTo>
                  <a:lnTo>
                    <a:pt x="150396" y="337353"/>
                  </a:lnTo>
                  <a:lnTo>
                    <a:pt x="177169" y="302059"/>
                  </a:lnTo>
                  <a:lnTo>
                    <a:pt x="205797" y="268318"/>
                  </a:lnTo>
                  <a:lnTo>
                    <a:pt x="236205" y="236205"/>
                  </a:lnTo>
                  <a:lnTo>
                    <a:pt x="268318" y="205797"/>
                  </a:lnTo>
                  <a:lnTo>
                    <a:pt x="302059" y="177169"/>
                  </a:lnTo>
                  <a:lnTo>
                    <a:pt x="337353" y="150396"/>
                  </a:lnTo>
                  <a:lnTo>
                    <a:pt x="374125" y="125555"/>
                  </a:lnTo>
                  <a:lnTo>
                    <a:pt x="412299" y="102720"/>
                  </a:lnTo>
                  <a:lnTo>
                    <a:pt x="451798" y="81968"/>
                  </a:lnTo>
                  <a:lnTo>
                    <a:pt x="492549" y="63375"/>
                  </a:lnTo>
                  <a:lnTo>
                    <a:pt x="534474" y="47015"/>
                  </a:lnTo>
                  <a:lnTo>
                    <a:pt x="577498" y="32964"/>
                  </a:lnTo>
                  <a:lnTo>
                    <a:pt x="621546" y="21299"/>
                  </a:lnTo>
                  <a:lnTo>
                    <a:pt x="666542" y="12094"/>
                  </a:lnTo>
                  <a:lnTo>
                    <a:pt x="712411" y="5425"/>
                  </a:lnTo>
                  <a:lnTo>
                    <a:pt x="759076" y="1369"/>
                  </a:lnTo>
                  <a:lnTo>
                    <a:pt x="806462" y="0"/>
                  </a:lnTo>
                  <a:close/>
                </a:path>
              </a:pathLst>
            </a:custGeom>
            <a:ln w="19050">
              <a:solidFill>
                <a:srgbClr val="79851A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4516" y="1495697"/>
              <a:ext cx="8009427" cy="436920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660794" y="3902823"/>
            <a:ext cx="844550" cy="86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lnSpc>
                <a:spcPct val="114999"/>
              </a:lnSpc>
              <a:spcBef>
                <a:spcPts val="100"/>
              </a:spcBef>
            </a:pPr>
            <a:r>
              <a:rPr sz="1600" dirty="0">
                <a:latin typeface="Calisto MT"/>
                <a:cs typeface="Calisto MT"/>
              </a:rPr>
              <a:t>Add</a:t>
            </a:r>
            <a:r>
              <a:rPr sz="1600" spc="-20" dirty="0">
                <a:latin typeface="Calisto MT"/>
                <a:cs typeface="Calisto MT"/>
              </a:rPr>
              <a:t> </a:t>
            </a:r>
            <a:r>
              <a:rPr sz="1600" spc="-25" dirty="0">
                <a:latin typeface="Calisto MT"/>
                <a:cs typeface="Calisto MT"/>
              </a:rPr>
              <a:t>new </a:t>
            </a:r>
            <a:r>
              <a:rPr sz="1600" spc="-20" dirty="0">
                <a:latin typeface="Calisto MT"/>
                <a:cs typeface="Calisto MT"/>
              </a:rPr>
              <a:t>employee </a:t>
            </a:r>
            <a:r>
              <a:rPr sz="1600" spc="-10" dirty="0">
                <a:latin typeface="Calisto MT"/>
                <a:cs typeface="Calisto MT"/>
              </a:rPr>
              <a:t>details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51651" y="2583096"/>
            <a:ext cx="844550" cy="86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4999"/>
              </a:lnSpc>
              <a:spcBef>
                <a:spcPts val="100"/>
              </a:spcBef>
            </a:pPr>
            <a:r>
              <a:rPr sz="1600" spc="-20" dirty="0">
                <a:latin typeface="Calisto MT"/>
                <a:cs typeface="Calisto MT"/>
              </a:rPr>
              <a:t>View employee </a:t>
            </a:r>
            <a:r>
              <a:rPr sz="1600" spc="-10" dirty="0">
                <a:latin typeface="Calisto MT"/>
                <a:cs typeface="Calisto MT"/>
              </a:rPr>
              <a:t>details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34327" y="3904850"/>
            <a:ext cx="844550" cy="86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2540" algn="ctr">
              <a:lnSpc>
                <a:spcPct val="114999"/>
              </a:lnSpc>
              <a:spcBef>
                <a:spcPts val="100"/>
              </a:spcBef>
            </a:pPr>
            <a:r>
              <a:rPr sz="1600" spc="-10" dirty="0">
                <a:latin typeface="Calisto MT"/>
                <a:cs typeface="Calisto MT"/>
              </a:rPr>
              <a:t>Update </a:t>
            </a:r>
            <a:r>
              <a:rPr sz="1600" spc="-20" dirty="0">
                <a:latin typeface="Calisto MT"/>
                <a:cs typeface="Calisto MT"/>
              </a:rPr>
              <a:t>employee </a:t>
            </a:r>
            <a:r>
              <a:rPr sz="1600" spc="-10" dirty="0">
                <a:latin typeface="Calisto MT"/>
                <a:cs typeface="Calisto MT"/>
              </a:rPr>
              <a:t>details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97747" y="2582690"/>
            <a:ext cx="844550" cy="86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14999"/>
              </a:lnSpc>
              <a:spcBef>
                <a:spcPts val="100"/>
              </a:spcBef>
            </a:pPr>
            <a:r>
              <a:rPr sz="1600" spc="-10" dirty="0">
                <a:latin typeface="Calisto MT"/>
                <a:cs typeface="Calisto MT"/>
              </a:rPr>
              <a:t>Delete </a:t>
            </a:r>
            <a:r>
              <a:rPr sz="1600" spc="-20" dirty="0">
                <a:latin typeface="Calisto MT"/>
                <a:cs typeface="Calisto MT"/>
              </a:rPr>
              <a:t>employee </a:t>
            </a:r>
            <a:r>
              <a:rPr sz="1600" spc="-10" dirty="0">
                <a:latin typeface="Calisto MT"/>
                <a:cs typeface="Calisto MT"/>
              </a:rPr>
              <a:t>details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52500" y="3186683"/>
            <a:ext cx="2324100" cy="1656714"/>
            <a:chOff x="952500" y="3186683"/>
            <a:chExt cx="2324100" cy="1656714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2500" y="3186683"/>
              <a:ext cx="1656587" cy="165658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785872" y="4014216"/>
              <a:ext cx="490855" cy="210820"/>
            </a:xfrm>
            <a:custGeom>
              <a:avLst/>
              <a:gdLst/>
              <a:ahLst/>
              <a:cxnLst/>
              <a:rect l="l" t="t" r="r" b="b"/>
              <a:pathLst>
                <a:path w="490854" h="210820">
                  <a:moveTo>
                    <a:pt x="385572" y="0"/>
                  </a:moveTo>
                  <a:lnTo>
                    <a:pt x="385572" y="52577"/>
                  </a:lnTo>
                  <a:lnTo>
                    <a:pt x="0" y="52577"/>
                  </a:lnTo>
                  <a:lnTo>
                    <a:pt x="0" y="157733"/>
                  </a:lnTo>
                  <a:lnTo>
                    <a:pt x="385572" y="157733"/>
                  </a:lnTo>
                  <a:lnTo>
                    <a:pt x="385572" y="210311"/>
                  </a:lnTo>
                  <a:lnTo>
                    <a:pt x="490728" y="105155"/>
                  </a:lnTo>
                  <a:lnTo>
                    <a:pt x="385572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94107" y="4896351"/>
            <a:ext cx="4311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listo MT"/>
                <a:cs typeface="Calisto MT"/>
              </a:rPr>
              <a:t>User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3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94309" y="851383"/>
            <a:ext cx="3429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sto MT"/>
                <a:cs typeface="Calisto MT"/>
              </a:rPr>
              <a:t>Employee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Information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Application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Application</a:t>
            </a:r>
            <a:r>
              <a:rPr spc="-130" dirty="0"/>
              <a:t> </a:t>
            </a:r>
            <a:r>
              <a:rPr spc="-10" dirty="0"/>
              <a:t>Sitemap</a:t>
            </a:r>
          </a:p>
        </p:txBody>
      </p:sp>
      <p:sp>
        <p:nvSpPr>
          <p:cNvPr id="3" name="object 3"/>
          <p:cNvSpPr/>
          <p:nvPr/>
        </p:nvSpPr>
        <p:spPr>
          <a:xfrm>
            <a:off x="2008632" y="3723132"/>
            <a:ext cx="2376170" cy="1548765"/>
          </a:xfrm>
          <a:custGeom>
            <a:avLst/>
            <a:gdLst/>
            <a:ahLst/>
            <a:cxnLst/>
            <a:rect l="l" t="t" r="r" b="b"/>
            <a:pathLst>
              <a:path w="2376170" h="1548764">
                <a:moveTo>
                  <a:pt x="2280589" y="0"/>
                </a:moveTo>
                <a:lnTo>
                  <a:pt x="95326" y="0"/>
                </a:lnTo>
                <a:lnTo>
                  <a:pt x="58217" y="12166"/>
                </a:lnTo>
                <a:lnTo>
                  <a:pt x="27917" y="45348"/>
                </a:lnTo>
                <a:lnTo>
                  <a:pt x="7490" y="94565"/>
                </a:lnTo>
                <a:lnTo>
                  <a:pt x="0" y="154838"/>
                </a:lnTo>
                <a:lnTo>
                  <a:pt x="0" y="1393545"/>
                </a:lnTo>
                <a:lnTo>
                  <a:pt x="7490" y="1453818"/>
                </a:lnTo>
                <a:lnTo>
                  <a:pt x="27917" y="1503035"/>
                </a:lnTo>
                <a:lnTo>
                  <a:pt x="58217" y="1536217"/>
                </a:lnTo>
                <a:lnTo>
                  <a:pt x="95326" y="1548384"/>
                </a:lnTo>
                <a:lnTo>
                  <a:pt x="2280589" y="1548384"/>
                </a:lnTo>
                <a:lnTo>
                  <a:pt x="2317698" y="1536217"/>
                </a:lnTo>
                <a:lnTo>
                  <a:pt x="2347998" y="1503035"/>
                </a:lnTo>
                <a:lnTo>
                  <a:pt x="2368425" y="1453818"/>
                </a:lnTo>
                <a:lnTo>
                  <a:pt x="2375916" y="1393545"/>
                </a:lnTo>
                <a:lnTo>
                  <a:pt x="2375916" y="154838"/>
                </a:lnTo>
                <a:lnTo>
                  <a:pt x="2368425" y="94565"/>
                </a:lnTo>
                <a:lnTo>
                  <a:pt x="2347998" y="45348"/>
                </a:lnTo>
                <a:lnTo>
                  <a:pt x="2317698" y="12166"/>
                </a:lnTo>
                <a:lnTo>
                  <a:pt x="228058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58263" y="4135958"/>
            <a:ext cx="2077720" cy="230504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30"/>
              </a:lnSpc>
            </a:pPr>
            <a:r>
              <a:rPr sz="1600" b="1" spc="-10" dirty="0">
                <a:latin typeface="Courier New"/>
                <a:cs typeface="Courier New"/>
              </a:rPr>
              <a:t>LoginServlet.java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49547" y="4310711"/>
            <a:ext cx="2294255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440690" marR="5080" indent="-428625">
              <a:lnSpc>
                <a:spcPts val="1939"/>
              </a:lnSpc>
              <a:spcBef>
                <a:spcPts val="345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Servlet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file for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handling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Login.jsp</a:t>
            </a:r>
            <a:r>
              <a:rPr sz="1800" spc="-5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page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47259" y="3733798"/>
            <a:ext cx="2376170" cy="1548765"/>
          </a:xfrm>
          <a:custGeom>
            <a:avLst/>
            <a:gdLst/>
            <a:ahLst/>
            <a:cxnLst/>
            <a:rect l="l" t="t" r="r" b="b"/>
            <a:pathLst>
              <a:path w="2376170" h="1548764">
                <a:moveTo>
                  <a:pt x="2282850" y="0"/>
                </a:moveTo>
                <a:lnTo>
                  <a:pt x="93065" y="0"/>
                </a:lnTo>
                <a:lnTo>
                  <a:pt x="56841" y="12168"/>
                </a:lnTo>
                <a:lnTo>
                  <a:pt x="27258" y="45353"/>
                </a:lnTo>
                <a:lnTo>
                  <a:pt x="7313" y="94570"/>
                </a:lnTo>
                <a:lnTo>
                  <a:pt x="0" y="154838"/>
                </a:lnTo>
                <a:lnTo>
                  <a:pt x="0" y="1393545"/>
                </a:lnTo>
                <a:lnTo>
                  <a:pt x="7313" y="1453818"/>
                </a:lnTo>
                <a:lnTo>
                  <a:pt x="27258" y="1503035"/>
                </a:lnTo>
                <a:lnTo>
                  <a:pt x="56841" y="1536217"/>
                </a:lnTo>
                <a:lnTo>
                  <a:pt x="93065" y="1548383"/>
                </a:lnTo>
                <a:lnTo>
                  <a:pt x="2282850" y="1548383"/>
                </a:lnTo>
                <a:lnTo>
                  <a:pt x="2319074" y="1536217"/>
                </a:lnTo>
                <a:lnTo>
                  <a:pt x="2348657" y="1503035"/>
                </a:lnTo>
                <a:lnTo>
                  <a:pt x="2368602" y="1453818"/>
                </a:lnTo>
                <a:lnTo>
                  <a:pt x="2375916" y="1393545"/>
                </a:lnTo>
                <a:lnTo>
                  <a:pt x="2375916" y="154838"/>
                </a:lnTo>
                <a:lnTo>
                  <a:pt x="2368602" y="94570"/>
                </a:lnTo>
                <a:lnTo>
                  <a:pt x="2348657" y="45353"/>
                </a:lnTo>
                <a:lnTo>
                  <a:pt x="2319074" y="12168"/>
                </a:lnTo>
                <a:lnTo>
                  <a:pt x="2282850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446776" y="4022852"/>
            <a:ext cx="978535" cy="230504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30"/>
              </a:lnSpc>
            </a:pPr>
            <a:r>
              <a:rPr sz="1600" b="1" spc="-10" dirty="0">
                <a:latin typeface="Courier New"/>
                <a:cs typeface="Courier New"/>
              </a:rPr>
              <a:t>Home.jsp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63166" y="4197597"/>
            <a:ext cx="1945005" cy="7937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54610" algn="just">
              <a:lnSpc>
                <a:spcPts val="1939"/>
              </a:lnSpc>
              <a:spcBef>
                <a:spcPts val="345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JSP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file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to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perform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Add,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Calisto MT"/>
                <a:cs typeface="Calisto MT"/>
              </a:rPr>
              <a:t>View,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Update,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Delete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functionality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001011" y="1356358"/>
            <a:ext cx="5943600" cy="3179445"/>
            <a:chOff x="2001011" y="1356358"/>
            <a:chExt cx="5943600" cy="3179445"/>
          </a:xfrm>
        </p:grpSpPr>
        <p:sp>
          <p:nvSpPr>
            <p:cNvPr id="10" name="object 10"/>
            <p:cNvSpPr/>
            <p:nvPr/>
          </p:nvSpPr>
          <p:spPr>
            <a:xfrm>
              <a:off x="7123176" y="4497323"/>
              <a:ext cx="757555" cy="0"/>
            </a:xfrm>
            <a:custGeom>
              <a:avLst/>
              <a:gdLst/>
              <a:ahLst/>
              <a:cxnLst/>
              <a:rect l="l" t="t" r="r" b="b"/>
              <a:pathLst>
                <a:path w="757554">
                  <a:moveTo>
                    <a:pt x="0" y="0"/>
                  </a:moveTo>
                  <a:lnTo>
                    <a:pt x="757478" y="0"/>
                  </a:lnTo>
                </a:path>
              </a:pathLst>
            </a:custGeom>
            <a:ln w="127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01012" y="1356359"/>
              <a:ext cx="5943600" cy="3179445"/>
            </a:xfrm>
            <a:custGeom>
              <a:avLst/>
              <a:gdLst/>
              <a:ahLst/>
              <a:cxnLst/>
              <a:rect l="l" t="t" r="r" b="b"/>
              <a:pathLst>
                <a:path w="5943600" h="3179445">
                  <a:moveTo>
                    <a:pt x="2375916" y="154838"/>
                  </a:moveTo>
                  <a:lnTo>
                    <a:pt x="2368600" y="94576"/>
                  </a:lnTo>
                  <a:lnTo>
                    <a:pt x="2348649" y="45364"/>
                  </a:lnTo>
                  <a:lnTo>
                    <a:pt x="2319070" y="12179"/>
                  </a:lnTo>
                  <a:lnTo>
                    <a:pt x="2282850" y="0"/>
                  </a:lnTo>
                  <a:lnTo>
                    <a:pt x="93065" y="0"/>
                  </a:lnTo>
                  <a:lnTo>
                    <a:pt x="56832" y="12179"/>
                  </a:lnTo>
                  <a:lnTo>
                    <a:pt x="27254" y="45364"/>
                  </a:lnTo>
                  <a:lnTo>
                    <a:pt x="7302" y="94576"/>
                  </a:lnTo>
                  <a:lnTo>
                    <a:pt x="0" y="154838"/>
                  </a:lnTo>
                  <a:lnTo>
                    <a:pt x="0" y="1393545"/>
                  </a:lnTo>
                  <a:lnTo>
                    <a:pt x="7302" y="1453819"/>
                  </a:lnTo>
                  <a:lnTo>
                    <a:pt x="27254" y="1503045"/>
                  </a:lnTo>
                  <a:lnTo>
                    <a:pt x="56832" y="1536217"/>
                  </a:lnTo>
                  <a:lnTo>
                    <a:pt x="93065" y="1548384"/>
                  </a:lnTo>
                  <a:lnTo>
                    <a:pt x="2282850" y="1548384"/>
                  </a:lnTo>
                  <a:lnTo>
                    <a:pt x="2319070" y="1536217"/>
                  </a:lnTo>
                  <a:lnTo>
                    <a:pt x="2348649" y="1503045"/>
                  </a:lnTo>
                  <a:lnTo>
                    <a:pt x="2368600" y="1453819"/>
                  </a:lnTo>
                  <a:lnTo>
                    <a:pt x="2375916" y="1393545"/>
                  </a:lnTo>
                  <a:lnTo>
                    <a:pt x="2375916" y="154838"/>
                  </a:lnTo>
                  <a:close/>
                </a:path>
                <a:path w="5943600" h="3179445">
                  <a:moveTo>
                    <a:pt x="5943143" y="3140964"/>
                  </a:moveTo>
                  <a:lnTo>
                    <a:pt x="5866943" y="3102864"/>
                  </a:lnTo>
                  <a:lnTo>
                    <a:pt x="5866943" y="3179064"/>
                  </a:lnTo>
                  <a:lnTo>
                    <a:pt x="5943143" y="3140964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639288" y="1768894"/>
            <a:ext cx="1100455" cy="230504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30"/>
              </a:lnSpc>
            </a:pPr>
            <a:r>
              <a:rPr sz="1600" b="1" spc="-10" dirty="0">
                <a:latin typeface="Courier New"/>
                <a:cs typeface="Courier New"/>
              </a:rPr>
              <a:t>Login.jsp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08067" y="1943649"/>
            <a:ext cx="1762760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97180" marR="5080" indent="-285115">
              <a:lnSpc>
                <a:spcPts val="1939"/>
              </a:lnSpc>
              <a:spcBef>
                <a:spcPts val="345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Login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jsp</a:t>
            </a:r>
            <a:r>
              <a:rPr sz="1800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page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for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admin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login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982711" y="3733798"/>
            <a:ext cx="2376170" cy="1548765"/>
          </a:xfrm>
          <a:custGeom>
            <a:avLst/>
            <a:gdLst/>
            <a:ahLst/>
            <a:cxnLst/>
            <a:rect l="l" t="t" r="r" b="b"/>
            <a:pathLst>
              <a:path w="2376170" h="1548764">
                <a:moveTo>
                  <a:pt x="2282850" y="0"/>
                </a:moveTo>
                <a:lnTo>
                  <a:pt x="93065" y="0"/>
                </a:lnTo>
                <a:lnTo>
                  <a:pt x="56841" y="12168"/>
                </a:lnTo>
                <a:lnTo>
                  <a:pt x="27258" y="45353"/>
                </a:lnTo>
                <a:lnTo>
                  <a:pt x="7313" y="94570"/>
                </a:lnTo>
                <a:lnTo>
                  <a:pt x="0" y="154838"/>
                </a:lnTo>
                <a:lnTo>
                  <a:pt x="0" y="1393545"/>
                </a:lnTo>
                <a:lnTo>
                  <a:pt x="7313" y="1453818"/>
                </a:lnTo>
                <a:lnTo>
                  <a:pt x="27258" y="1503035"/>
                </a:lnTo>
                <a:lnTo>
                  <a:pt x="56841" y="1536217"/>
                </a:lnTo>
                <a:lnTo>
                  <a:pt x="93065" y="1548383"/>
                </a:lnTo>
                <a:lnTo>
                  <a:pt x="2282850" y="1548383"/>
                </a:lnTo>
                <a:lnTo>
                  <a:pt x="2319074" y="1536217"/>
                </a:lnTo>
                <a:lnTo>
                  <a:pt x="2348657" y="1503035"/>
                </a:lnTo>
                <a:lnTo>
                  <a:pt x="2368602" y="1453818"/>
                </a:lnTo>
                <a:lnTo>
                  <a:pt x="2375916" y="1393545"/>
                </a:lnTo>
                <a:lnTo>
                  <a:pt x="2375916" y="154838"/>
                </a:lnTo>
                <a:lnTo>
                  <a:pt x="2368602" y="94570"/>
                </a:lnTo>
                <a:lnTo>
                  <a:pt x="2348657" y="45353"/>
                </a:lnTo>
                <a:lnTo>
                  <a:pt x="2319074" y="12168"/>
                </a:lnTo>
                <a:lnTo>
                  <a:pt x="2282850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191639" y="4146296"/>
            <a:ext cx="1955800" cy="230504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30"/>
              </a:lnSpc>
            </a:pPr>
            <a:r>
              <a:rPr sz="1600" b="1" spc="-10" dirty="0">
                <a:latin typeface="Courier New"/>
                <a:cs typeface="Courier New"/>
              </a:rPr>
              <a:t>TestServlet.java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21970" y="4321041"/>
            <a:ext cx="2294255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41275" marR="5080" indent="-29209">
              <a:lnSpc>
                <a:spcPts val="1939"/>
              </a:lnSpc>
              <a:spcBef>
                <a:spcPts val="345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Servlet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file for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handling Home.jsp</a:t>
            </a:r>
            <a:r>
              <a:rPr sz="1800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functionality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097533" y="2916173"/>
            <a:ext cx="1657350" cy="1619250"/>
            <a:chOff x="3097533" y="2916173"/>
            <a:chExt cx="1657350" cy="1619250"/>
          </a:xfrm>
        </p:grpSpPr>
        <p:sp>
          <p:nvSpPr>
            <p:cNvPr id="18" name="object 18"/>
            <p:cNvSpPr/>
            <p:nvPr/>
          </p:nvSpPr>
          <p:spPr>
            <a:xfrm>
              <a:off x="3135629" y="2916173"/>
              <a:ext cx="0" cy="755650"/>
            </a:xfrm>
            <a:custGeom>
              <a:avLst/>
              <a:gdLst/>
              <a:ahLst/>
              <a:cxnLst/>
              <a:rect l="l" t="t" r="r" b="b"/>
              <a:pathLst>
                <a:path h="755650">
                  <a:moveTo>
                    <a:pt x="0" y="0"/>
                  </a:moveTo>
                  <a:lnTo>
                    <a:pt x="0" y="755307"/>
                  </a:lnTo>
                </a:path>
              </a:pathLst>
            </a:custGeom>
            <a:ln w="127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97533" y="365878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02836" y="4497323"/>
              <a:ext cx="288290" cy="0"/>
            </a:xfrm>
            <a:custGeom>
              <a:avLst/>
              <a:gdLst/>
              <a:ahLst/>
              <a:cxnLst/>
              <a:rect l="l" t="t" r="r" b="b"/>
              <a:pathLst>
                <a:path w="288289">
                  <a:moveTo>
                    <a:pt x="0" y="0"/>
                  </a:moveTo>
                  <a:lnTo>
                    <a:pt x="288163" y="0"/>
                  </a:lnTo>
                </a:path>
              </a:pathLst>
            </a:custGeom>
            <a:ln w="127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78300" y="445922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Steps</a:t>
            </a:r>
            <a:r>
              <a:rPr spc="-60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Create</a:t>
            </a:r>
            <a:r>
              <a:rPr spc="-5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spc="-10" dirty="0"/>
              <a:t>Employee</a:t>
            </a:r>
            <a:r>
              <a:rPr spc="-65" dirty="0"/>
              <a:t> </a:t>
            </a:r>
            <a:r>
              <a:rPr dirty="0"/>
              <a:t>Information</a:t>
            </a:r>
            <a:r>
              <a:rPr spc="-15" dirty="0"/>
              <a:t> </a:t>
            </a:r>
            <a:r>
              <a:rPr spc="-10" dirty="0"/>
              <a:t>Application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65503" y="2799588"/>
            <a:ext cx="2566670" cy="1544320"/>
            <a:chOff x="1365503" y="2799588"/>
            <a:chExt cx="2566670" cy="1544320"/>
          </a:xfrm>
        </p:grpSpPr>
        <p:sp>
          <p:nvSpPr>
            <p:cNvPr id="4" name="object 4"/>
            <p:cNvSpPr/>
            <p:nvPr/>
          </p:nvSpPr>
          <p:spPr>
            <a:xfrm>
              <a:off x="3135630" y="2916173"/>
              <a:ext cx="0" cy="755650"/>
            </a:xfrm>
            <a:custGeom>
              <a:avLst/>
              <a:gdLst/>
              <a:ahLst/>
              <a:cxnLst/>
              <a:rect l="l" t="t" r="r" b="b"/>
              <a:pathLst>
                <a:path h="755650">
                  <a:moveTo>
                    <a:pt x="0" y="0"/>
                  </a:moveTo>
                  <a:lnTo>
                    <a:pt x="0" y="755307"/>
                  </a:lnTo>
                </a:path>
              </a:pathLst>
            </a:custGeom>
            <a:ln w="127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7533" y="365878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5503" y="2799588"/>
              <a:ext cx="2566415" cy="154381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327774" y="3114473"/>
            <a:ext cx="635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sto MT"/>
                <a:cs typeface="Calisto MT"/>
              </a:rPr>
              <a:t>Step</a:t>
            </a:r>
            <a:r>
              <a:rPr sz="1800" b="1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Calisto MT"/>
                <a:cs typeface="Calisto MT"/>
              </a:rPr>
              <a:t>1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90081" y="3446629"/>
            <a:ext cx="2116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Create</a:t>
            </a:r>
            <a:r>
              <a:rPr sz="1800" spc="-6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Dynamic</a:t>
            </a:r>
            <a:r>
              <a:rPr sz="1800" spc="-5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Web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35369" y="3684372"/>
            <a:ext cx="162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Page</a:t>
            </a:r>
            <a:r>
              <a:rPr sz="1800" spc="-11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application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83379" y="3253740"/>
            <a:ext cx="542925" cy="635635"/>
          </a:xfrm>
          <a:custGeom>
            <a:avLst/>
            <a:gdLst/>
            <a:ahLst/>
            <a:cxnLst/>
            <a:rect l="l" t="t" r="r" b="b"/>
            <a:pathLst>
              <a:path w="542925" h="635635">
                <a:moveTo>
                  <a:pt x="271272" y="0"/>
                </a:moveTo>
                <a:lnTo>
                  <a:pt x="271272" y="127101"/>
                </a:lnTo>
                <a:lnTo>
                  <a:pt x="0" y="127101"/>
                </a:lnTo>
                <a:lnTo>
                  <a:pt x="0" y="508406"/>
                </a:lnTo>
                <a:lnTo>
                  <a:pt x="271272" y="508406"/>
                </a:lnTo>
                <a:lnTo>
                  <a:pt x="271272" y="635507"/>
                </a:lnTo>
                <a:lnTo>
                  <a:pt x="542544" y="317753"/>
                </a:lnTo>
                <a:lnTo>
                  <a:pt x="271272" y="0"/>
                </a:lnTo>
                <a:close/>
              </a:path>
            </a:pathLst>
          </a:custGeom>
          <a:solidFill>
            <a:srgbClr val="9339E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48428" y="2799588"/>
            <a:ext cx="2566415" cy="154381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116641" y="3056637"/>
            <a:ext cx="2229485" cy="92773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555"/>
              </a:spcBef>
            </a:pPr>
            <a:r>
              <a:rPr sz="1800" b="1" dirty="0">
                <a:solidFill>
                  <a:srgbClr val="FFFFFF"/>
                </a:solidFill>
                <a:latin typeface="Calisto MT"/>
                <a:cs typeface="Calisto MT"/>
              </a:rPr>
              <a:t>Step</a:t>
            </a:r>
            <a:r>
              <a:rPr sz="1800" b="1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Calisto MT"/>
                <a:cs typeface="Calisto MT"/>
              </a:rPr>
              <a:t>2</a:t>
            </a:r>
            <a:endParaRPr sz="1800">
              <a:latin typeface="Calisto MT"/>
              <a:cs typeface="Calisto MT"/>
            </a:endParaRPr>
          </a:p>
          <a:p>
            <a:pPr marL="12700" marR="5080" algn="ctr">
              <a:lnSpc>
                <a:spcPts val="1870"/>
              </a:lnSpc>
              <a:spcBef>
                <a:spcPts val="76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Connect</a:t>
            </a:r>
            <a:r>
              <a:rPr sz="1800" spc="-4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application</a:t>
            </a:r>
            <a:r>
              <a:rPr sz="1800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to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database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766304" y="3253740"/>
            <a:ext cx="544195" cy="635635"/>
          </a:xfrm>
          <a:custGeom>
            <a:avLst/>
            <a:gdLst/>
            <a:ahLst/>
            <a:cxnLst/>
            <a:rect l="l" t="t" r="r" b="b"/>
            <a:pathLst>
              <a:path w="544195" h="635635">
                <a:moveTo>
                  <a:pt x="272034" y="0"/>
                </a:moveTo>
                <a:lnTo>
                  <a:pt x="272034" y="127101"/>
                </a:lnTo>
                <a:lnTo>
                  <a:pt x="0" y="127101"/>
                </a:lnTo>
                <a:lnTo>
                  <a:pt x="0" y="508406"/>
                </a:lnTo>
                <a:lnTo>
                  <a:pt x="272034" y="508406"/>
                </a:lnTo>
                <a:lnTo>
                  <a:pt x="272034" y="635507"/>
                </a:lnTo>
                <a:lnTo>
                  <a:pt x="544068" y="317753"/>
                </a:lnTo>
                <a:lnTo>
                  <a:pt x="272034" y="0"/>
                </a:lnTo>
                <a:close/>
              </a:path>
            </a:pathLst>
          </a:custGeom>
          <a:solidFill>
            <a:srgbClr val="FD9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31352" y="2799588"/>
            <a:ext cx="2566415" cy="1543811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9025942" y="3175382"/>
            <a:ext cx="1575435" cy="69024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sz="1800" b="1" dirty="0">
                <a:solidFill>
                  <a:srgbClr val="FFFFFF"/>
                </a:solidFill>
                <a:latin typeface="Calisto MT"/>
                <a:cs typeface="Calisto MT"/>
              </a:rPr>
              <a:t>Step</a:t>
            </a:r>
            <a:r>
              <a:rPr sz="1800" b="1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Calisto MT"/>
                <a:cs typeface="Calisto MT"/>
              </a:rPr>
              <a:t>3</a:t>
            </a:r>
            <a:endParaRPr sz="1800">
              <a:latin typeface="Calisto MT"/>
              <a:cs typeface="Calisto MT"/>
            </a:endParaRPr>
          </a:p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Run</a:t>
            </a:r>
            <a:r>
              <a:rPr sz="1800" spc="-6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application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Creating</a:t>
            </a:r>
            <a:r>
              <a:rPr spc="-65" dirty="0"/>
              <a:t> </a:t>
            </a:r>
            <a:r>
              <a:rPr b="1" dirty="0">
                <a:latin typeface="Calisto MT"/>
                <a:cs typeface="Calisto MT"/>
              </a:rPr>
              <a:t>MySQL</a:t>
            </a:r>
            <a:r>
              <a:rPr b="1" spc="-75" dirty="0">
                <a:latin typeface="Calisto MT"/>
                <a:cs typeface="Calisto MT"/>
              </a:rPr>
              <a:t> </a:t>
            </a:r>
            <a:r>
              <a:rPr b="1" spc="-10" dirty="0">
                <a:latin typeface="Calisto MT"/>
                <a:cs typeface="Calisto MT"/>
              </a:rPr>
              <a:t>Database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000119" y="2255139"/>
            <a:ext cx="4265295" cy="2981960"/>
            <a:chOff x="4000119" y="2255139"/>
            <a:chExt cx="4265295" cy="29819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9644" y="2264664"/>
              <a:ext cx="4245863" cy="296265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004881" y="2259901"/>
              <a:ext cx="4255770" cy="2972435"/>
            </a:xfrm>
            <a:custGeom>
              <a:avLst/>
              <a:gdLst/>
              <a:ahLst/>
              <a:cxnLst/>
              <a:rect l="l" t="t" r="r" b="b"/>
              <a:pathLst>
                <a:path w="4255770" h="2972435">
                  <a:moveTo>
                    <a:pt x="0" y="0"/>
                  </a:moveTo>
                  <a:lnTo>
                    <a:pt x="4255388" y="0"/>
                  </a:lnTo>
                  <a:lnTo>
                    <a:pt x="4255388" y="2972181"/>
                  </a:lnTo>
                  <a:lnTo>
                    <a:pt x="0" y="297218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460240" y="1491885"/>
            <a:ext cx="3344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employee_data</a:t>
            </a:r>
            <a:r>
              <a:rPr sz="1800" spc="-665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Table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Structure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Creating</a:t>
            </a:r>
            <a:r>
              <a:rPr spc="-100" dirty="0"/>
              <a:t> </a:t>
            </a:r>
            <a:r>
              <a:rPr spc="-10" dirty="0"/>
              <a:t>Employee</a:t>
            </a:r>
            <a:r>
              <a:rPr spc="-10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Application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26719" y="1371600"/>
            <a:ext cx="11412220" cy="4627245"/>
            <a:chOff x="426719" y="1371600"/>
            <a:chExt cx="11412220" cy="46272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6719" y="1371600"/>
              <a:ext cx="11411712" cy="46268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031491" y="2020823"/>
              <a:ext cx="3328670" cy="3328670"/>
            </a:xfrm>
            <a:custGeom>
              <a:avLst/>
              <a:gdLst/>
              <a:ahLst/>
              <a:cxnLst/>
              <a:rect l="l" t="t" r="r" b="b"/>
              <a:pathLst>
                <a:path w="3328670" h="3328670">
                  <a:moveTo>
                    <a:pt x="1664208" y="0"/>
                  </a:moveTo>
                  <a:lnTo>
                    <a:pt x="1615997" y="684"/>
                  </a:lnTo>
                  <a:lnTo>
                    <a:pt x="1568126" y="2727"/>
                  </a:lnTo>
                  <a:lnTo>
                    <a:pt x="1520614" y="6108"/>
                  </a:lnTo>
                  <a:lnTo>
                    <a:pt x="1473479" y="10810"/>
                  </a:lnTo>
                  <a:lnTo>
                    <a:pt x="1426738" y="16814"/>
                  </a:lnTo>
                  <a:lnTo>
                    <a:pt x="1380412" y="24101"/>
                  </a:lnTo>
                  <a:lnTo>
                    <a:pt x="1334518" y="32653"/>
                  </a:lnTo>
                  <a:lnTo>
                    <a:pt x="1289075" y="42452"/>
                  </a:lnTo>
                  <a:lnTo>
                    <a:pt x="1244102" y="53479"/>
                  </a:lnTo>
                  <a:lnTo>
                    <a:pt x="1199616" y="65715"/>
                  </a:lnTo>
                  <a:lnTo>
                    <a:pt x="1155637" y="79142"/>
                  </a:lnTo>
                  <a:lnTo>
                    <a:pt x="1112182" y="93742"/>
                  </a:lnTo>
                  <a:lnTo>
                    <a:pt x="1069271" y="109495"/>
                  </a:lnTo>
                  <a:lnTo>
                    <a:pt x="1026922" y="126384"/>
                  </a:lnTo>
                  <a:lnTo>
                    <a:pt x="985153" y="144390"/>
                  </a:lnTo>
                  <a:lnTo>
                    <a:pt x="943983" y="163495"/>
                  </a:lnTo>
                  <a:lnTo>
                    <a:pt x="903431" y="183679"/>
                  </a:lnTo>
                  <a:lnTo>
                    <a:pt x="863514" y="204925"/>
                  </a:lnTo>
                  <a:lnTo>
                    <a:pt x="824252" y="227214"/>
                  </a:lnTo>
                  <a:lnTo>
                    <a:pt x="785663" y="250527"/>
                  </a:lnTo>
                  <a:lnTo>
                    <a:pt x="747765" y="274846"/>
                  </a:lnTo>
                  <a:lnTo>
                    <a:pt x="710577" y="300153"/>
                  </a:lnTo>
                  <a:lnTo>
                    <a:pt x="674117" y="326428"/>
                  </a:lnTo>
                  <a:lnTo>
                    <a:pt x="638405" y="353654"/>
                  </a:lnTo>
                  <a:lnTo>
                    <a:pt x="603457" y="381812"/>
                  </a:lnTo>
                  <a:lnTo>
                    <a:pt x="569294" y="410883"/>
                  </a:lnTo>
                  <a:lnTo>
                    <a:pt x="535933" y="440850"/>
                  </a:lnTo>
                  <a:lnTo>
                    <a:pt x="503393" y="471692"/>
                  </a:lnTo>
                  <a:lnTo>
                    <a:pt x="471692" y="503393"/>
                  </a:lnTo>
                  <a:lnTo>
                    <a:pt x="440850" y="535933"/>
                  </a:lnTo>
                  <a:lnTo>
                    <a:pt x="410883" y="569294"/>
                  </a:lnTo>
                  <a:lnTo>
                    <a:pt x="381812" y="603457"/>
                  </a:lnTo>
                  <a:lnTo>
                    <a:pt x="353654" y="638405"/>
                  </a:lnTo>
                  <a:lnTo>
                    <a:pt x="326428" y="674117"/>
                  </a:lnTo>
                  <a:lnTo>
                    <a:pt x="300153" y="710577"/>
                  </a:lnTo>
                  <a:lnTo>
                    <a:pt x="274846" y="747765"/>
                  </a:lnTo>
                  <a:lnTo>
                    <a:pt x="250527" y="785663"/>
                  </a:lnTo>
                  <a:lnTo>
                    <a:pt x="227214" y="824252"/>
                  </a:lnTo>
                  <a:lnTo>
                    <a:pt x="204925" y="863514"/>
                  </a:lnTo>
                  <a:lnTo>
                    <a:pt x="183679" y="903431"/>
                  </a:lnTo>
                  <a:lnTo>
                    <a:pt x="163495" y="943983"/>
                  </a:lnTo>
                  <a:lnTo>
                    <a:pt x="144390" y="985153"/>
                  </a:lnTo>
                  <a:lnTo>
                    <a:pt x="126384" y="1026922"/>
                  </a:lnTo>
                  <a:lnTo>
                    <a:pt x="109495" y="1069271"/>
                  </a:lnTo>
                  <a:lnTo>
                    <a:pt x="93742" y="1112182"/>
                  </a:lnTo>
                  <a:lnTo>
                    <a:pt x="79142" y="1155637"/>
                  </a:lnTo>
                  <a:lnTo>
                    <a:pt x="65715" y="1199616"/>
                  </a:lnTo>
                  <a:lnTo>
                    <a:pt x="53479" y="1244102"/>
                  </a:lnTo>
                  <a:lnTo>
                    <a:pt x="42452" y="1289075"/>
                  </a:lnTo>
                  <a:lnTo>
                    <a:pt x="32653" y="1334518"/>
                  </a:lnTo>
                  <a:lnTo>
                    <a:pt x="24101" y="1380412"/>
                  </a:lnTo>
                  <a:lnTo>
                    <a:pt x="16814" y="1426738"/>
                  </a:lnTo>
                  <a:lnTo>
                    <a:pt x="10810" y="1473479"/>
                  </a:lnTo>
                  <a:lnTo>
                    <a:pt x="6108" y="1520614"/>
                  </a:lnTo>
                  <a:lnTo>
                    <a:pt x="2727" y="1568126"/>
                  </a:lnTo>
                  <a:lnTo>
                    <a:pt x="684" y="1615997"/>
                  </a:lnTo>
                  <a:lnTo>
                    <a:pt x="0" y="1664208"/>
                  </a:lnTo>
                  <a:lnTo>
                    <a:pt x="684" y="1712418"/>
                  </a:lnTo>
                  <a:lnTo>
                    <a:pt x="2727" y="1760289"/>
                  </a:lnTo>
                  <a:lnTo>
                    <a:pt x="6108" y="1807801"/>
                  </a:lnTo>
                  <a:lnTo>
                    <a:pt x="10810" y="1854936"/>
                  </a:lnTo>
                  <a:lnTo>
                    <a:pt x="16814" y="1901677"/>
                  </a:lnTo>
                  <a:lnTo>
                    <a:pt x="24101" y="1948003"/>
                  </a:lnTo>
                  <a:lnTo>
                    <a:pt x="32653" y="1993897"/>
                  </a:lnTo>
                  <a:lnTo>
                    <a:pt x="42452" y="2039340"/>
                  </a:lnTo>
                  <a:lnTo>
                    <a:pt x="53479" y="2084313"/>
                  </a:lnTo>
                  <a:lnTo>
                    <a:pt x="65715" y="2128799"/>
                  </a:lnTo>
                  <a:lnTo>
                    <a:pt x="79142" y="2172778"/>
                  </a:lnTo>
                  <a:lnTo>
                    <a:pt x="93742" y="2216233"/>
                  </a:lnTo>
                  <a:lnTo>
                    <a:pt x="109495" y="2259144"/>
                  </a:lnTo>
                  <a:lnTo>
                    <a:pt x="126384" y="2301493"/>
                  </a:lnTo>
                  <a:lnTo>
                    <a:pt x="144390" y="2343262"/>
                  </a:lnTo>
                  <a:lnTo>
                    <a:pt x="163495" y="2384432"/>
                  </a:lnTo>
                  <a:lnTo>
                    <a:pt x="183679" y="2424984"/>
                  </a:lnTo>
                  <a:lnTo>
                    <a:pt x="204925" y="2464901"/>
                  </a:lnTo>
                  <a:lnTo>
                    <a:pt x="227214" y="2504163"/>
                  </a:lnTo>
                  <a:lnTo>
                    <a:pt x="250527" y="2542752"/>
                  </a:lnTo>
                  <a:lnTo>
                    <a:pt x="274846" y="2580650"/>
                  </a:lnTo>
                  <a:lnTo>
                    <a:pt x="300153" y="2617838"/>
                  </a:lnTo>
                  <a:lnTo>
                    <a:pt x="326428" y="2654298"/>
                  </a:lnTo>
                  <a:lnTo>
                    <a:pt x="353654" y="2690010"/>
                  </a:lnTo>
                  <a:lnTo>
                    <a:pt x="381812" y="2724958"/>
                  </a:lnTo>
                  <a:lnTo>
                    <a:pt x="410883" y="2759121"/>
                  </a:lnTo>
                  <a:lnTo>
                    <a:pt x="440850" y="2792482"/>
                  </a:lnTo>
                  <a:lnTo>
                    <a:pt x="471692" y="2825022"/>
                  </a:lnTo>
                  <a:lnTo>
                    <a:pt x="503393" y="2856723"/>
                  </a:lnTo>
                  <a:lnTo>
                    <a:pt x="535933" y="2887565"/>
                  </a:lnTo>
                  <a:lnTo>
                    <a:pt x="569294" y="2917532"/>
                  </a:lnTo>
                  <a:lnTo>
                    <a:pt x="603457" y="2946603"/>
                  </a:lnTo>
                  <a:lnTo>
                    <a:pt x="638405" y="2974761"/>
                  </a:lnTo>
                  <a:lnTo>
                    <a:pt x="674117" y="3001987"/>
                  </a:lnTo>
                  <a:lnTo>
                    <a:pt x="710577" y="3028262"/>
                  </a:lnTo>
                  <a:lnTo>
                    <a:pt x="747765" y="3053569"/>
                  </a:lnTo>
                  <a:lnTo>
                    <a:pt x="785663" y="3077888"/>
                  </a:lnTo>
                  <a:lnTo>
                    <a:pt x="824252" y="3101201"/>
                  </a:lnTo>
                  <a:lnTo>
                    <a:pt x="863514" y="3123490"/>
                  </a:lnTo>
                  <a:lnTo>
                    <a:pt x="903431" y="3144736"/>
                  </a:lnTo>
                  <a:lnTo>
                    <a:pt x="943983" y="3164920"/>
                  </a:lnTo>
                  <a:lnTo>
                    <a:pt x="985153" y="3184025"/>
                  </a:lnTo>
                  <a:lnTo>
                    <a:pt x="1026922" y="3202031"/>
                  </a:lnTo>
                  <a:lnTo>
                    <a:pt x="1069271" y="3218920"/>
                  </a:lnTo>
                  <a:lnTo>
                    <a:pt x="1112182" y="3234673"/>
                  </a:lnTo>
                  <a:lnTo>
                    <a:pt x="1155637" y="3249273"/>
                  </a:lnTo>
                  <a:lnTo>
                    <a:pt x="1199616" y="3262700"/>
                  </a:lnTo>
                  <a:lnTo>
                    <a:pt x="1244102" y="3274936"/>
                  </a:lnTo>
                  <a:lnTo>
                    <a:pt x="1289075" y="3285963"/>
                  </a:lnTo>
                  <a:lnTo>
                    <a:pt x="1334518" y="3295762"/>
                  </a:lnTo>
                  <a:lnTo>
                    <a:pt x="1380412" y="3304314"/>
                  </a:lnTo>
                  <a:lnTo>
                    <a:pt x="1426738" y="3311601"/>
                  </a:lnTo>
                  <a:lnTo>
                    <a:pt x="1473479" y="3317605"/>
                  </a:lnTo>
                  <a:lnTo>
                    <a:pt x="1520614" y="3322307"/>
                  </a:lnTo>
                  <a:lnTo>
                    <a:pt x="1568126" y="3325688"/>
                  </a:lnTo>
                  <a:lnTo>
                    <a:pt x="1615997" y="3327731"/>
                  </a:lnTo>
                  <a:lnTo>
                    <a:pt x="1664208" y="3328416"/>
                  </a:lnTo>
                  <a:lnTo>
                    <a:pt x="1712418" y="3327731"/>
                  </a:lnTo>
                  <a:lnTo>
                    <a:pt x="1760289" y="3325688"/>
                  </a:lnTo>
                  <a:lnTo>
                    <a:pt x="1807801" y="3322307"/>
                  </a:lnTo>
                  <a:lnTo>
                    <a:pt x="1854936" y="3317605"/>
                  </a:lnTo>
                  <a:lnTo>
                    <a:pt x="1901677" y="3311601"/>
                  </a:lnTo>
                  <a:lnTo>
                    <a:pt x="1948003" y="3304314"/>
                  </a:lnTo>
                  <a:lnTo>
                    <a:pt x="1993897" y="3295762"/>
                  </a:lnTo>
                  <a:lnTo>
                    <a:pt x="2039340" y="3285963"/>
                  </a:lnTo>
                  <a:lnTo>
                    <a:pt x="2084313" y="3274936"/>
                  </a:lnTo>
                  <a:lnTo>
                    <a:pt x="2128799" y="3262700"/>
                  </a:lnTo>
                  <a:lnTo>
                    <a:pt x="2172778" y="3249273"/>
                  </a:lnTo>
                  <a:lnTo>
                    <a:pt x="2216233" y="3234673"/>
                  </a:lnTo>
                  <a:lnTo>
                    <a:pt x="2259144" y="3218920"/>
                  </a:lnTo>
                  <a:lnTo>
                    <a:pt x="2301493" y="3202031"/>
                  </a:lnTo>
                  <a:lnTo>
                    <a:pt x="2343262" y="3184025"/>
                  </a:lnTo>
                  <a:lnTo>
                    <a:pt x="2384432" y="3164920"/>
                  </a:lnTo>
                  <a:lnTo>
                    <a:pt x="2424984" y="3144736"/>
                  </a:lnTo>
                  <a:lnTo>
                    <a:pt x="2464901" y="3123490"/>
                  </a:lnTo>
                  <a:lnTo>
                    <a:pt x="2504163" y="3101201"/>
                  </a:lnTo>
                  <a:lnTo>
                    <a:pt x="2542752" y="3077888"/>
                  </a:lnTo>
                  <a:lnTo>
                    <a:pt x="2580650" y="3053569"/>
                  </a:lnTo>
                  <a:lnTo>
                    <a:pt x="2617838" y="3028262"/>
                  </a:lnTo>
                  <a:lnTo>
                    <a:pt x="2654298" y="3001987"/>
                  </a:lnTo>
                  <a:lnTo>
                    <a:pt x="2690010" y="2974761"/>
                  </a:lnTo>
                  <a:lnTo>
                    <a:pt x="2724958" y="2946603"/>
                  </a:lnTo>
                  <a:lnTo>
                    <a:pt x="2759121" y="2917532"/>
                  </a:lnTo>
                  <a:lnTo>
                    <a:pt x="2792482" y="2887565"/>
                  </a:lnTo>
                  <a:lnTo>
                    <a:pt x="2825022" y="2856723"/>
                  </a:lnTo>
                  <a:lnTo>
                    <a:pt x="2856723" y="2825022"/>
                  </a:lnTo>
                  <a:lnTo>
                    <a:pt x="2887565" y="2792482"/>
                  </a:lnTo>
                  <a:lnTo>
                    <a:pt x="2917532" y="2759121"/>
                  </a:lnTo>
                  <a:lnTo>
                    <a:pt x="2946603" y="2724958"/>
                  </a:lnTo>
                  <a:lnTo>
                    <a:pt x="2974761" y="2690010"/>
                  </a:lnTo>
                  <a:lnTo>
                    <a:pt x="3001987" y="2654298"/>
                  </a:lnTo>
                  <a:lnTo>
                    <a:pt x="3028262" y="2617838"/>
                  </a:lnTo>
                  <a:lnTo>
                    <a:pt x="3053569" y="2580650"/>
                  </a:lnTo>
                  <a:lnTo>
                    <a:pt x="3077888" y="2542752"/>
                  </a:lnTo>
                  <a:lnTo>
                    <a:pt x="3101201" y="2504163"/>
                  </a:lnTo>
                  <a:lnTo>
                    <a:pt x="3123490" y="2464901"/>
                  </a:lnTo>
                  <a:lnTo>
                    <a:pt x="3144736" y="2424984"/>
                  </a:lnTo>
                  <a:lnTo>
                    <a:pt x="3164920" y="2384432"/>
                  </a:lnTo>
                  <a:lnTo>
                    <a:pt x="3184025" y="2343262"/>
                  </a:lnTo>
                  <a:lnTo>
                    <a:pt x="3202031" y="2301493"/>
                  </a:lnTo>
                  <a:lnTo>
                    <a:pt x="3218920" y="2259144"/>
                  </a:lnTo>
                  <a:lnTo>
                    <a:pt x="3234673" y="2216233"/>
                  </a:lnTo>
                  <a:lnTo>
                    <a:pt x="3249273" y="2172778"/>
                  </a:lnTo>
                  <a:lnTo>
                    <a:pt x="3262700" y="2128799"/>
                  </a:lnTo>
                  <a:lnTo>
                    <a:pt x="3274936" y="2084313"/>
                  </a:lnTo>
                  <a:lnTo>
                    <a:pt x="3285963" y="2039340"/>
                  </a:lnTo>
                  <a:lnTo>
                    <a:pt x="3295762" y="1993897"/>
                  </a:lnTo>
                  <a:lnTo>
                    <a:pt x="3304314" y="1948003"/>
                  </a:lnTo>
                  <a:lnTo>
                    <a:pt x="3311601" y="1901677"/>
                  </a:lnTo>
                  <a:lnTo>
                    <a:pt x="3317605" y="1854936"/>
                  </a:lnTo>
                  <a:lnTo>
                    <a:pt x="3322307" y="1807801"/>
                  </a:lnTo>
                  <a:lnTo>
                    <a:pt x="3325688" y="1760289"/>
                  </a:lnTo>
                  <a:lnTo>
                    <a:pt x="3327731" y="1712418"/>
                  </a:lnTo>
                  <a:lnTo>
                    <a:pt x="3328416" y="1664208"/>
                  </a:lnTo>
                  <a:lnTo>
                    <a:pt x="3327731" y="1615997"/>
                  </a:lnTo>
                  <a:lnTo>
                    <a:pt x="3325688" y="1568126"/>
                  </a:lnTo>
                  <a:lnTo>
                    <a:pt x="3322307" y="1520614"/>
                  </a:lnTo>
                  <a:lnTo>
                    <a:pt x="3317605" y="1473479"/>
                  </a:lnTo>
                  <a:lnTo>
                    <a:pt x="3311601" y="1426738"/>
                  </a:lnTo>
                  <a:lnTo>
                    <a:pt x="3304314" y="1380412"/>
                  </a:lnTo>
                  <a:lnTo>
                    <a:pt x="3295762" y="1334518"/>
                  </a:lnTo>
                  <a:lnTo>
                    <a:pt x="3285963" y="1289075"/>
                  </a:lnTo>
                  <a:lnTo>
                    <a:pt x="3274936" y="1244102"/>
                  </a:lnTo>
                  <a:lnTo>
                    <a:pt x="3262700" y="1199616"/>
                  </a:lnTo>
                  <a:lnTo>
                    <a:pt x="3249273" y="1155637"/>
                  </a:lnTo>
                  <a:lnTo>
                    <a:pt x="3234673" y="1112182"/>
                  </a:lnTo>
                  <a:lnTo>
                    <a:pt x="3218920" y="1069271"/>
                  </a:lnTo>
                  <a:lnTo>
                    <a:pt x="3202031" y="1026922"/>
                  </a:lnTo>
                  <a:lnTo>
                    <a:pt x="3184025" y="985153"/>
                  </a:lnTo>
                  <a:lnTo>
                    <a:pt x="3164920" y="943983"/>
                  </a:lnTo>
                  <a:lnTo>
                    <a:pt x="3144736" y="903431"/>
                  </a:lnTo>
                  <a:lnTo>
                    <a:pt x="3123490" y="863514"/>
                  </a:lnTo>
                  <a:lnTo>
                    <a:pt x="3101201" y="824252"/>
                  </a:lnTo>
                  <a:lnTo>
                    <a:pt x="3077888" y="785663"/>
                  </a:lnTo>
                  <a:lnTo>
                    <a:pt x="3053569" y="747765"/>
                  </a:lnTo>
                  <a:lnTo>
                    <a:pt x="3028262" y="710577"/>
                  </a:lnTo>
                  <a:lnTo>
                    <a:pt x="3001987" y="674117"/>
                  </a:lnTo>
                  <a:lnTo>
                    <a:pt x="2974761" y="638405"/>
                  </a:lnTo>
                  <a:lnTo>
                    <a:pt x="2946603" y="603457"/>
                  </a:lnTo>
                  <a:lnTo>
                    <a:pt x="2917532" y="569294"/>
                  </a:lnTo>
                  <a:lnTo>
                    <a:pt x="2887565" y="535933"/>
                  </a:lnTo>
                  <a:lnTo>
                    <a:pt x="2856723" y="503393"/>
                  </a:lnTo>
                  <a:lnTo>
                    <a:pt x="2825022" y="471692"/>
                  </a:lnTo>
                  <a:lnTo>
                    <a:pt x="2792482" y="440850"/>
                  </a:lnTo>
                  <a:lnTo>
                    <a:pt x="2759121" y="410883"/>
                  </a:lnTo>
                  <a:lnTo>
                    <a:pt x="2724958" y="381812"/>
                  </a:lnTo>
                  <a:lnTo>
                    <a:pt x="2690010" y="353654"/>
                  </a:lnTo>
                  <a:lnTo>
                    <a:pt x="2654298" y="326428"/>
                  </a:lnTo>
                  <a:lnTo>
                    <a:pt x="2617838" y="300153"/>
                  </a:lnTo>
                  <a:lnTo>
                    <a:pt x="2580650" y="274846"/>
                  </a:lnTo>
                  <a:lnTo>
                    <a:pt x="2542752" y="250527"/>
                  </a:lnTo>
                  <a:lnTo>
                    <a:pt x="2504163" y="227214"/>
                  </a:lnTo>
                  <a:lnTo>
                    <a:pt x="2464901" y="204925"/>
                  </a:lnTo>
                  <a:lnTo>
                    <a:pt x="2424984" y="183679"/>
                  </a:lnTo>
                  <a:lnTo>
                    <a:pt x="2384432" y="163495"/>
                  </a:lnTo>
                  <a:lnTo>
                    <a:pt x="2343262" y="144390"/>
                  </a:lnTo>
                  <a:lnTo>
                    <a:pt x="2301493" y="126384"/>
                  </a:lnTo>
                  <a:lnTo>
                    <a:pt x="2259144" y="109495"/>
                  </a:lnTo>
                  <a:lnTo>
                    <a:pt x="2216233" y="93742"/>
                  </a:lnTo>
                  <a:lnTo>
                    <a:pt x="2172778" y="79142"/>
                  </a:lnTo>
                  <a:lnTo>
                    <a:pt x="2128799" y="65715"/>
                  </a:lnTo>
                  <a:lnTo>
                    <a:pt x="2084313" y="53479"/>
                  </a:lnTo>
                  <a:lnTo>
                    <a:pt x="2039340" y="42452"/>
                  </a:lnTo>
                  <a:lnTo>
                    <a:pt x="1993897" y="32653"/>
                  </a:lnTo>
                  <a:lnTo>
                    <a:pt x="1948003" y="24101"/>
                  </a:lnTo>
                  <a:lnTo>
                    <a:pt x="1901677" y="16814"/>
                  </a:lnTo>
                  <a:lnTo>
                    <a:pt x="1854936" y="10810"/>
                  </a:lnTo>
                  <a:lnTo>
                    <a:pt x="1807801" y="6108"/>
                  </a:lnTo>
                  <a:lnTo>
                    <a:pt x="1760289" y="2727"/>
                  </a:lnTo>
                  <a:lnTo>
                    <a:pt x="1712418" y="684"/>
                  </a:lnTo>
                  <a:lnTo>
                    <a:pt x="1664208" y="0"/>
                  </a:lnTo>
                  <a:close/>
                </a:path>
              </a:pathLst>
            </a:custGeom>
            <a:solidFill>
              <a:srgbClr val="ED9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73924" y="2121408"/>
              <a:ext cx="3328670" cy="3328670"/>
            </a:xfrm>
            <a:custGeom>
              <a:avLst/>
              <a:gdLst/>
              <a:ahLst/>
              <a:cxnLst/>
              <a:rect l="l" t="t" r="r" b="b"/>
              <a:pathLst>
                <a:path w="3328670" h="3328670">
                  <a:moveTo>
                    <a:pt x="1664208" y="0"/>
                  </a:moveTo>
                  <a:lnTo>
                    <a:pt x="1615997" y="684"/>
                  </a:lnTo>
                  <a:lnTo>
                    <a:pt x="1568126" y="2727"/>
                  </a:lnTo>
                  <a:lnTo>
                    <a:pt x="1520614" y="6108"/>
                  </a:lnTo>
                  <a:lnTo>
                    <a:pt x="1473479" y="10810"/>
                  </a:lnTo>
                  <a:lnTo>
                    <a:pt x="1426738" y="16814"/>
                  </a:lnTo>
                  <a:lnTo>
                    <a:pt x="1380412" y="24101"/>
                  </a:lnTo>
                  <a:lnTo>
                    <a:pt x="1334518" y="32653"/>
                  </a:lnTo>
                  <a:lnTo>
                    <a:pt x="1289075" y="42452"/>
                  </a:lnTo>
                  <a:lnTo>
                    <a:pt x="1244102" y="53479"/>
                  </a:lnTo>
                  <a:lnTo>
                    <a:pt x="1199616" y="65715"/>
                  </a:lnTo>
                  <a:lnTo>
                    <a:pt x="1155637" y="79142"/>
                  </a:lnTo>
                  <a:lnTo>
                    <a:pt x="1112182" y="93742"/>
                  </a:lnTo>
                  <a:lnTo>
                    <a:pt x="1069271" y="109495"/>
                  </a:lnTo>
                  <a:lnTo>
                    <a:pt x="1026922" y="126384"/>
                  </a:lnTo>
                  <a:lnTo>
                    <a:pt x="985153" y="144390"/>
                  </a:lnTo>
                  <a:lnTo>
                    <a:pt x="943983" y="163495"/>
                  </a:lnTo>
                  <a:lnTo>
                    <a:pt x="903431" y="183679"/>
                  </a:lnTo>
                  <a:lnTo>
                    <a:pt x="863514" y="204925"/>
                  </a:lnTo>
                  <a:lnTo>
                    <a:pt x="824252" y="227214"/>
                  </a:lnTo>
                  <a:lnTo>
                    <a:pt x="785663" y="250527"/>
                  </a:lnTo>
                  <a:lnTo>
                    <a:pt x="747765" y="274846"/>
                  </a:lnTo>
                  <a:lnTo>
                    <a:pt x="710577" y="300153"/>
                  </a:lnTo>
                  <a:lnTo>
                    <a:pt x="674117" y="326428"/>
                  </a:lnTo>
                  <a:lnTo>
                    <a:pt x="638405" y="353654"/>
                  </a:lnTo>
                  <a:lnTo>
                    <a:pt x="603457" y="381812"/>
                  </a:lnTo>
                  <a:lnTo>
                    <a:pt x="569294" y="410883"/>
                  </a:lnTo>
                  <a:lnTo>
                    <a:pt x="535933" y="440850"/>
                  </a:lnTo>
                  <a:lnTo>
                    <a:pt x="503393" y="471692"/>
                  </a:lnTo>
                  <a:lnTo>
                    <a:pt x="471692" y="503393"/>
                  </a:lnTo>
                  <a:lnTo>
                    <a:pt x="440850" y="535933"/>
                  </a:lnTo>
                  <a:lnTo>
                    <a:pt x="410883" y="569294"/>
                  </a:lnTo>
                  <a:lnTo>
                    <a:pt x="381812" y="603457"/>
                  </a:lnTo>
                  <a:lnTo>
                    <a:pt x="353654" y="638405"/>
                  </a:lnTo>
                  <a:lnTo>
                    <a:pt x="326428" y="674117"/>
                  </a:lnTo>
                  <a:lnTo>
                    <a:pt x="300153" y="710577"/>
                  </a:lnTo>
                  <a:lnTo>
                    <a:pt x="274846" y="747765"/>
                  </a:lnTo>
                  <a:lnTo>
                    <a:pt x="250527" y="785663"/>
                  </a:lnTo>
                  <a:lnTo>
                    <a:pt x="227214" y="824252"/>
                  </a:lnTo>
                  <a:lnTo>
                    <a:pt x="204925" y="863514"/>
                  </a:lnTo>
                  <a:lnTo>
                    <a:pt x="183679" y="903431"/>
                  </a:lnTo>
                  <a:lnTo>
                    <a:pt x="163495" y="943983"/>
                  </a:lnTo>
                  <a:lnTo>
                    <a:pt x="144390" y="985153"/>
                  </a:lnTo>
                  <a:lnTo>
                    <a:pt x="126384" y="1026922"/>
                  </a:lnTo>
                  <a:lnTo>
                    <a:pt x="109495" y="1069271"/>
                  </a:lnTo>
                  <a:lnTo>
                    <a:pt x="93742" y="1112182"/>
                  </a:lnTo>
                  <a:lnTo>
                    <a:pt x="79142" y="1155637"/>
                  </a:lnTo>
                  <a:lnTo>
                    <a:pt x="65715" y="1199616"/>
                  </a:lnTo>
                  <a:lnTo>
                    <a:pt x="53479" y="1244102"/>
                  </a:lnTo>
                  <a:lnTo>
                    <a:pt x="42452" y="1289075"/>
                  </a:lnTo>
                  <a:lnTo>
                    <a:pt x="32653" y="1334518"/>
                  </a:lnTo>
                  <a:lnTo>
                    <a:pt x="24101" y="1380412"/>
                  </a:lnTo>
                  <a:lnTo>
                    <a:pt x="16814" y="1426738"/>
                  </a:lnTo>
                  <a:lnTo>
                    <a:pt x="10810" y="1473479"/>
                  </a:lnTo>
                  <a:lnTo>
                    <a:pt x="6108" y="1520614"/>
                  </a:lnTo>
                  <a:lnTo>
                    <a:pt x="2727" y="1568126"/>
                  </a:lnTo>
                  <a:lnTo>
                    <a:pt x="684" y="1615997"/>
                  </a:lnTo>
                  <a:lnTo>
                    <a:pt x="0" y="1664208"/>
                  </a:lnTo>
                  <a:lnTo>
                    <a:pt x="684" y="1712418"/>
                  </a:lnTo>
                  <a:lnTo>
                    <a:pt x="2727" y="1760289"/>
                  </a:lnTo>
                  <a:lnTo>
                    <a:pt x="6108" y="1807801"/>
                  </a:lnTo>
                  <a:lnTo>
                    <a:pt x="10810" y="1854936"/>
                  </a:lnTo>
                  <a:lnTo>
                    <a:pt x="16814" y="1901677"/>
                  </a:lnTo>
                  <a:lnTo>
                    <a:pt x="24101" y="1948003"/>
                  </a:lnTo>
                  <a:lnTo>
                    <a:pt x="32653" y="1993897"/>
                  </a:lnTo>
                  <a:lnTo>
                    <a:pt x="42452" y="2039340"/>
                  </a:lnTo>
                  <a:lnTo>
                    <a:pt x="53479" y="2084313"/>
                  </a:lnTo>
                  <a:lnTo>
                    <a:pt x="65715" y="2128799"/>
                  </a:lnTo>
                  <a:lnTo>
                    <a:pt x="79142" y="2172778"/>
                  </a:lnTo>
                  <a:lnTo>
                    <a:pt x="93742" y="2216233"/>
                  </a:lnTo>
                  <a:lnTo>
                    <a:pt x="109495" y="2259144"/>
                  </a:lnTo>
                  <a:lnTo>
                    <a:pt x="126384" y="2301493"/>
                  </a:lnTo>
                  <a:lnTo>
                    <a:pt x="144390" y="2343262"/>
                  </a:lnTo>
                  <a:lnTo>
                    <a:pt x="163495" y="2384432"/>
                  </a:lnTo>
                  <a:lnTo>
                    <a:pt x="183679" y="2424984"/>
                  </a:lnTo>
                  <a:lnTo>
                    <a:pt x="204925" y="2464901"/>
                  </a:lnTo>
                  <a:lnTo>
                    <a:pt x="227214" y="2504163"/>
                  </a:lnTo>
                  <a:lnTo>
                    <a:pt x="250527" y="2542752"/>
                  </a:lnTo>
                  <a:lnTo>
                    <a:pt x="274846" y="2580650"/>
                  </a:lnTo>
                  <a:lnTo>
                    <a:pt x="300153" y="2617838"/>
                  </a:lnTo>
                  <a:lnTo>
                    <a:pt x="326428" y="2654298"/>
                  </a:lnTo>
                  <a:lnTo>
                    <a:pt x="353654" y="2690010"/>
                  </a:lnTo>
                  <a:lnTo>
                    <a:pt x="381812" y="2724958"/>
                  </a:lnTo>
                  <a:lnTo>
                    <a:pt x="410883" y="2759121"/>
                  </a:lnTo>
                  <a:lnTo>
                    <a:pt x="440850" y="2792482"/>
                  </a:lnTo>
                  <a:lnTo>
                    <a:pt x="471692" y="2825022"/>
                  </a:lnTo>
                  <a:lnTo>
                    <a:pt x="503393" y="2856723"/>
                  </a:lnTo>
                  <a:lnTo>
                    <a:pt x="535933" y="2887565"/>
                  </a:lnTo>
                  <a:lnTo>
                    <a:pt x="569294" y="2917532"/>
                  </a:lnTo>
                  <a:lnTo>
                    <a:pt x="603457" y="2946603"/>
                  </a:lnTo>
                  <a:lnTo>
                    <a:pt x="638405" y="2974761"/>
                  </a:lnTo>
                  <a:lnTo>
                    <a:pt x="674117" y="3001987"/>
                  </a:lnTo>
                  <a:lnTo>
                    <a:pt x="710577" y="3028262"/>
                  </a:lnTo>
                  <a:lnTo>
                    <a:pt x="747765" y="3053569"/>
                  </a:lnTo>
                  <a:lnTo>
                    <a:pt x="785663" y="3077888"/>
                  </a:lnTo>
                  <a:lnTo>
                    <a:pt x="824252" y="3101201"/>
                  </a:lnTo>
                  <a:lnTo>
                    <a:pt x="863514" y="3123490"/>
                  </a:lnTo>
                  <a:lnTo>
                    <a:pt x="903431" y="3144736"/>
                  </a:lnTo>
                  <a:lnTo>
                    <a:pt x="943983" y="3164920"/>
                  </a:lnTo>
                  <a:lnTo>
                    <a:pt x="985153" y="3184025"/>
                  </a:lnTo>
                  <a:lnTo>
                    <a:pt x="1026922" y="3202031"/>
                  </a:lnTo>
                  <a:lnTo>
                    <a:pt x="1069271" y="3218920"/>
                  </a:lnTo>
                  <a:lnTo>
                    <a:pt x="1112182" y="3234673"/>
                  </a:lnTo>
                  <a:lnTo>
                    <a:pt x="1155637" y="3249273"/>
                  </a:lnTo>
                  <a:lnTo>
                    <a:pt x="1199616" y="3262700"/>
                  </a:lnTo>
                  <a:lnTo>
                    <a:pt x="1244102" y="3274936"/>
                  </a:lnTo>
                  <a:lnTo>
                    <a:pt x="1289075" y="3285963"/>
                  </a:lnTo>
                  <a:lnTo>
                    <a:pt x="1334518" y="3295762"/>
                  </a:lnTo>
                  <a:lnTo>
                    <a:pt x="1380412" y="3304314"/>
                  </a:lnTo>
                  <a:lnTo>
                    <a:pt x="1426738" y="3311601"/>
                  </a:lnTo>
                  <a:lnTo>
                    <a:pt x="1473479" y="3317605"/>
                  </a:lnTo>
                  <a:lnTo>
                    <a:pt x="1520614" y="3322307"/>
                  </a:lnTo>
                  <a:lnTo>
                    <a:pt x="1568126" y="3325688"/>
                  </a:lnTo>
                  <a:lnTo>
                    <a:pt x="1615997" y="3327731"/>
                  </a:lnTo>
                  <a:lnTo>
                    <a:pt x="1664208" y="3328416"/>
                  </a:lnTo>
                  <a:lnTo>
                    <a:pt x="1712418" y="3327731"/>
                  </a:lnTo>
                  <a:lnTo>
                    <a:pt x="1760289" y="3325688"/>
                  </a:lnTo>
                  <a:lnTo>
                    <a:pt x="1807801" y="3322307"/>
                  </a:lnTo>
                  <a:lnTo>
                    <a:pt x="1854936" y="3317605"/>
                  </a:lnTo>
                  <a:lnTo>
                    <a:pt x="1901677" y="3311601"/>
                  </a:lnTo>
                  <a:lnTo>
                    <a:pt x="1948003" y="3304314"/>
                  </a:lnTo>
                  <a:lnTo>
                    <a:pt x="1993897" y="3295762"/>
                  </a:lnTo>
                  <a:lnTo>
                    <a:pt x="2039340" y="3285963"/>
                  </a:lnTo>
                  <a:lnTo>
                    <a:pt x="2084313" y="3274936"/>
                  </a:lnTo>
                  <a:lnTo>
                    <a:pt x="2128799" y="3262700"/>
                  </a:lnTo>
                  <a:lnTo>
                    <a:pt x="2172778" y="3249273"/>
                  </a:lnTo>
                  <a:lnTo>
                    <a:pt x="2216233" y="3234673"/>
                  </a:lnTo>
                  <a:lnTo>
                    <a:pt x="2259144" y="3218920"/>
                  </a:lnTo>
                  <a:lnTo>
                    <a:pt x="2301493" y="3202031"/>
                  </a:lnTo>
                  <a:lnTo>
                    <a:pt x="2343262" y="3184025"/>
                  </a:lnTo>
                  <a:lnTo>
                    <a:pt x="2384432" y="3164920"/>
                  </a:lnTo>
                  <a:lnTo>
                    <a:pt x="2424984" y="3144736"/>
                  </a:lnTo>
                  <a:lnTo>
                    <a:pt x="2464901" y="3123490"/>
                  </a:lnTo>
                  <a:lnTo>
                    <a:pt x="2504163" y="3101201"/>
                  </a:lnTo>
                  <a:lnTo>
                    <a:pt x="2542752" y="3077888"/>
                  </a:lnTo>
                  <a:lnTo>
                    <a:pt x="2580650" y="3053569"/>
                  </a:lnTo>
                  <a:lnTo>
                    <a:pt x="2617838" y="3028262"/>
                  </a:lnTo>
                  <a:lnTo>
                    <a:pt x="2654298" y="3001987"/>
                  </a:lnTo>
                  <a:lnTo>
                    <a:pt x="2690010" y="2974761"/>
                  </a:lnTo>
                  <a:lnTo>
                    <a:pt x="2724958" y="2946603"/>
                  </a:lnTo>
                  <a:lnTo>
                    <a:pt x="2759121" y="2917532"/>
                  </a:lnTo>
                  <a:lnTo>
                    <a:pt x="2792482" y="2887565"/>
                  </a:lnTo>
                  <a:lnTo>
                    <a:pt x="2825022" y="2856723"/>
                  </a:lnTo>
                  <a:lnTo>
                    <a:pt x="2856723" y="2825022"/>
                  </a:lnTo>
                  <a:lnTo>
                    <a:pt x="2887565" y="2792482"/>
                  </a:lnTo>
                  <a:lnTo>
                    <a:pt x="2917532" y="2759121"/>
                  </a:lnTo>
                  <a:lnTo>
                    <a:pt x="2946603" y="2724958"/>
                  </a:lnTo>
                  <a:lnTo>
                    <a:pt x="2974761" y="2690010"/>
                  </a:lnTo>
                  <a:lnTo>
                    <a:pt x="3001987" y="2654298"/>
                  </a:lnTo>
                  <a:lnTo>
                    <a:pt x="3028262" y="2617838"/>
                  </a:lnTo>
                  <a:lnTo>
                    <a:pt x="3053569" y="2580650"/>
                  </a:lnTo>
                  <a:lnTo>
                    <a:pt x="3077888" y="2542752"/>
                  </a:lnTo>
                  <a:lnTo>
                    <a:pt x="3101201" y="2504163"/>
                  </a:lnTo>
                  <a:lnTo>
                    <a:pt x="3123490" y="2464901"/>
                  </a:lnTo>
                  <a:lnTo>
                    <a:pt x="3144736" y="2424984"/>
                  </a:lnTo>
                  <a:lnTo>
                    <a:pt x="3164920" y="2384432"/>
                  </a:lnTo>
                  <a:lnTo>
                    <a:pt x="3184025" y="2343262"/>
                  </a:lnTo>
                  <a:lnTo>
                    <a:pt x="3202031" y="2301493"/>
                  </a:lnTo>
                  <a:lnTo>
                    <a:pt x="3218920" y="2259144"/>
                  </a:lnTo>
                  <a:lnTo>
                    <a:pt x="3234673" y="2216233"/>
                  </a:lnTo>
                  <a:lnTo>
                    <a:pt x="3249273" y="2172778"/>
                  </a:lnTo>
                  <a:lnTo>
                    <a:pt x="3262700" y="2128799"/>
                  </a:lnTo>
                  <a:lnTo>
                    <a:pt x="3274936" y="2084313"/>
                  </a:lnTo>
                  <a:lnTo>
                    <a:pt x="3285963" y="2039340"/>
                  </a:lnTo>
                  <a:lnTo>
                    <a:pt x="3295762" y="1993897"/>
                  </a:lnTo>
                  <a:lnTo>
                    <a:pt x="3304314" y="1948003"/>
                  </a:lnTo>
                  <a:lnTo>
                    <a:pt x="3311601" y="1901677"/>
                  </a:lnTo>
                  <a:lnTo>
                    <a:pt x="3317605" y="1854936"/>
                  </a:lnTo>
                  <a:lnTo>
                    <a:pt x="3322307" y="1807801"/>
                  </a:lnTo>
                  <a:lnTo>
                    <a:pt x="3325688" y="1760289"/>
                  </a:lnTo>
                  <a:lnTo>
                    <a:pt x="3327731" y="1712418"/>
                  </a:lnTo>
                  <a:lnTo>
                    <a:pt x="3328416" y="1664208"/>
                  </a:lnTo>
                  <a:lnTo>
                    <a:pt x="3327731" y="1615997"/>
                  </a:lnTo>
                  <a:lnTo>
                    <a:pt x="3325688" y="1568126"/>
                  </a:lnTo>
                  <a:lnTo>
                    <a:pt x="3322307" y="1520614"/>
                  </a:lnTo>
                  <a:lnTo>
                    <a:pt x="3317605" y="1473479"/>
                  </a:lnTo>
                  <a:lnTo>
                    <a:pt x="3311601" y="1426738"/>
                  </a:lnTo>
                  <a:lnTo>
                    <a:pt x="3304314" y="1380412"/>
                  </a:lnTo>
                  <a:lnTo>
                    <a:pt x="3295762" y="1334518"/>
                  </a:lnTo>
                  <a:lnTo>
                    <a:pt x="3285963" y="1289075"/>
                  </a:lnTo>
                  <a:lnTo>
                    <a:pt x="3274936" y="1244102"/>
                  </a:lnTo>
                  <a:lnTo>
                    <a:pt x="3262700" y="1199616"/>
                  </a:lnTo>
                  <a:lnTo>
                    <a:pt x="3249273" y="1155637"/>
                  </a:lnTo>
                  <a:lnTo>
                    <a:pt x="3234673" y="1112182"/>
                  </a:lnTo>
                  <a:lnTo>
                    <a:pt x="3218920" y="1069271"/>
                  </a:lnTo>
                  <a:lnTo>
                    <a:pt x="3202031" y="1026922"/>
                  </a:lnTo>
                  <a:lnTo>
                    <a:pt x="3184025" y="985153"/>
                  </a:lnTo>
                  <a:lnTo>
                    <a:pt x="3164920" y="943983"/>
                  </a:lnTo>
                  <a:lnTo>
                    <a:pt x="3144736" y="903431"/>
                  </a:lnTo>
                  <a:lnTo>
                    <a:pt x="3123490" y="863514"/>
                  </a:lnTo>
                  <a:lnTo>
                    <a:pt x="3101201" y="824252"/>
                  </a:lnTo>
                  <a:lnTo>
                    <a:pt x="3077888" y="785663"/>
                  </a:lnTo>
                  <a:lnTo>
                    <a:pt x="3053569" y="747765"/>
                  </a:lnTo>
                  <a:lnTo>
                    <a:pt x="3028262" y="710577"/>
                  </a:lnTo>
                  <a:lnTo>
                    <a:pt x="3001987" y="674117"/>
                  </a:lnTo>
                  <a:lnTo>
                    <a:pt x="2974761" y="638405"/>
                  </a:lnTo>
                  <a:lnTo>
                    <a:pt x="2946603" y="603457"/>
                  </a:lnTo>
                  <a:lnTo>
                    <a:pt x="2917532" y="569294"/>
                  </a:lnTo>
                  <a:lnTo>
                    <a:pt x="2887565" y="535933"/>
                  </a:lnTo>
                  <a:lnTo>
                    <a:pt x="2856723" y="503393"/>
                  </a:lnTo>
                  <a:lnTo>
                    <a:pt x="2825022" y="471692"/>
                  </a:lnTo>
                  <a:lnTo>
                    <a:pt x="2792482" y="440850"/>
                  </a:lnTo>
                  <a:lnTo>
                    <a:pt x="2759121" y="410883"/>
                  </a:lnTo>
                  <a:lnTo>
                    <a:pt x="2724958" y="381812"/>
                  </a:lnTo>
                  <a:lnTo>
                    <a:pt x="2690010" y="353654"/>
                  </a:lnTo>
                  <a:lnTo>
                    <a:pt x="2654298" y="326428"/>
                  </a:lnTo>
                  <a:lnTo>
                    <a:pt x="2617838" y="300153"/>
                  </a:lnTo>
                  <a:lnTo>
                    <a:pt x="2580650" y="274846"/>
                  </a:lnTo>
                  <a:lnTo>
                    <a:pt x="2542752" y="250527"/>
                  </a:lnTo>
                  <a:lnTo>
                    <a:pt x="2504163" y="227214"/>
                  </a:lnTo>
                  <a:lnTo>
                    <a:pt x="2464901" y="204925"/>
                  </a:lnTo>
                  <a:lnTo>
                    <a:pt x="2424984" y="183679"/>
                  </a:lnTo>
                  <a:lnTo>
                    <a:pt x="2384432" y="163495"/>
                  </a:lnTo>
                  <a:lnTo>
                    <a:pt x="2343262" y="144390"/>
                  </a:lnTo>
                  <a:lnTo>
                    <a:pt x="2301493" y="126384"/>
                  </a:lnTo>
                  <a:lnTo>
                    <a:pt x="2259144" y="109495"/>
                  </a:lnTo>
                  <a:lnTo>
                    <a:pt x="2216233" y="93742"/>
                  </a:lnTo>
                  <a:lnTo>
                    <a:pt x="2172778" y="79142"/>
                  </a:lnTo>
                  <a:lnTo>
                    <a:pt x="2128799" y="65715"/>
                  </a:lnTo>
                  <a:lnTo>
                    <a:pt x="2084313" y="53479"/>
                  </a:lnTo>
                  <a:lnTo>
                    <a:pt x="2039340" y="42452"/>
                  </a:lnTo>
                  <a:lnTo>
                    <a:pt x="1993897" y="32653"/>
                  </a:lnTo>
                  <a:lnTo>
                    <a:pt x="1948003" y="24101"/>
                  </a:lnTo>
                  <a:lnTo>
                    <a:pt x="1901677" y="16814"/>
                  </a:lnTo>
                  <a:lnTo>
                    <a:pt x="1854936" y="10810"/>
                  </a:lnTo>
                  <a:lnTo>
                    <a:pt x="1807801" y="6108"/>
                  </a:lnTo>
                  <a:lnTo>
                    <a:pt x="1760289" y="2727"/>
                  </a:lnTo>
                  <a:lnTo>
                    <a:pt x="1712418" y="684"/>
                  </a:lnTo>
                  <a:lnTo>
                    <a:pt x="1664208" y="0"/>
                  </a:lnTo>
                  <a:close/>
                </a:path>
              </a:pathLst>
            </a:custGeom>
            <a:solidFill>
              <a:srgbClr val="2F79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36703" y="2778225"/>
            <a:ext cx="1918335" cy="1708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4999"/>
              </a:lnSpc>
              <a:spcBef>
                <a:spcPts val="100"/>
              </a:spcBef>
            </a:pPr>
            <a:r>
              <a:rPr sz="2400" spc="-10" dirty="0">
                <a:latin typeface="Calisto MT"/>
                <a:cs typeface="Calisto MT"/>
              </a:rPr>
              <a:t>Installing </a:t>
            </a:r>
            <a:r>
              <a:rPr sz="2400" dirty="0">
                <a:latin typeface="Calisto MT"/>
                <a:cs typeface="Calisto MT"/>
              </a:rPr>
              <a:t>necessary</a:t>
            </a:r>
            <a:r>
              <a:rPr sz="2400" spc="-40" dirty="0">
                <a:latin typeface="Calisto MT"/>
                <a:cs typeface="Calisto MT"/>
              </a:rPr>
              <a:t> </a:t>
            </a:r>
            <a:r>
              <a:rPr sz="2400" spc="-25" dirty="0">
                <a:latin typeface="Calisto MT"/>
                <a:cs typeface="Calisto MT"/>
              </a:rPr>
              <a:t>JAR </a:t>
            </a:r>
            <a:r>
              <a:rPr sz="2400" dirty="0">
                <a:latin typeface="Calisto MT"/>
                <a:cs typeface="Calisto MT"/>
              </a:rPr>
              <a:t>files</a:t>
            </a:r>
            <a:r>
              <a:rPr sz="2400" spc="-30" dirty="0">
                <a:latin typeface="Calisto MT"/>
                <a:cs typeface="Calisto MT"/>
              </a:rPr>
              <a:t> </a:t>
            </a:r>
            <a:r>
              <a:rPr sz="2400" dirty="0">
                <a:latin typeface="Calisto MT"/>
                <a:cs typeface="Calisto MT"/>
              </a:rPr>
              <a:t>in</a:t>
            </a:r>
            <a:r>
              <a:rPr sz="2400" spc="-40" dirty="0">
                <a:latin typeface="Calisto MT"/>
                <a:cs typeface="Calisto MT"/>
              </a:rPr>
              <a:t> </a:t>
            </a:r>
            <a:r>
              <a:rPr sz="2400" spc="-25" dirty="0">
                <a:latin typeface="Calisto MT"/>
                <a:cs typeface="Calisto MT"/>
              </a:rPr>
              <a:t>the </a:t>
            </a:r>
            <a:r>
              <a:rPr sz="2400" spc="-10" dirty="0">
                <a:latin typeface="Calisto MT"/>
                <a:cs typeface="Calisto MT"/>
              </a:rPr>
              <a:t>project</a:t>
            </a:r>
            <a:endParaRPr sz="2400">
              <a:latin typeface="Calisto MT"/>
              <a:cs typeface="Calisto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7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581243" y="2778225"/>
            <a:ext cx="1712595" cy="1708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14999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Calisto MT"/>
                <a:cs typeface="Calisto MT"/>
              </a:rPr>
              <a:t>Creating </a:t>
            </a:r>
            <a:r>
              <a:rPr sz="2400" dirty="0">
                <a:solidFill>
                  <a:srgbClr val="FFFFFF"/>
                </a:solidFill>
                <a:latin typeface="Calisto MT"/>
                <a:cs typeface="Calisto MT"/>
              </a:rPr>
              <a:t>essential</a:t>
            </a:r>
            <a:r>
              <a:rPr sz="2400" spc="-8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sto MT"/>
                <a:cs typeface="Calisto MT"/>
              </a:rPr>
              <a:t>files </a:t>
            </a:r>
            <a:r>
              <a:rPr sz="2400" dirty="0">
                <a:solidFill>
                  <a:srgbClr val="FFFFFF"/>
                </a:solidFill>
                <a:latin typeface="Calisto MT"/>
                <a:cs typeface="Calisto MT"/>
              </a:rPr>
              <a:t>within</a:t>
            </a:r>
            <a:r>
              <a:rPr sz="2400" spc="-7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sto MT"/>
                <a:cs typeface="Calisto MT"/>
              </a:rPr>
              <a:t>the </a:t>
            </a:r>
            <a:r>
              <a:rPr sz="2400" spc="-10" dirty="0">
                <a:solidFill>
                  <a:srgbClr val="FFFFFF"/>
                </a:solidFill>
                <a:latin typeface="Calisto MT"/>
                <a:cs typeface="Calisto MT"/>
              </a:rPr>
              <a:t>project</a:t>
            </a:r>
            <a:endParaRPr sz="24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Running</a:t>
            </a:r>
            <a:r>
              <a:rPr spc="-80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spc="-10" dirty="0"/>
              <a:t>Application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868" y="4917947"/>
            <a:ext cx="5843015" cy="8229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93714" y="5156775"/>
            <a:ext cx="1191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Click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b="1" spc="-10" dirty="0">
                <a:latin typeface="Calisto MT"/>
                <a:cs typeface="Calisto MT"/>
              </a:rPr>
              <a:t>Login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7868" y="3674364"/>
            <a:ext cx="5843015" cy="126339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99058" y="3913959"/>
            <a:ext cx="4578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Enter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Username: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sto MT"/>
                <a:cs typeface="Calisto MT"/>
              </a:rPr>
              <a:t>Admin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,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Password: </a:t>
            </a: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admin123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7868" y="2432304"/>
            <a:ext cx="5843015" cy="126187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810734" y="2671408"/>
            <a:ext cx="3158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Select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b="1" dirty="0">
                <a:latin typeface="Calisto MT"/>
                <a:cs typeface="Calisto MT"/>
              </a:rPr>
              <a:t>Run</a:t>
            </a:r>
            <a:r>
              <a:rPr sz="1800" b="1" spc="-20" dirty="0">
                <a:latin typeface="Calisto MT"/>
                <a:cs typeface="Calisto MT"/>
              </a:rPr>
              <a:t> </a:t>
            </a:r>
            <a:r>
              <a:rPr sz="1800" b="1" dirty="0">
                <a:latin typeface="Calisto MT"/>
                <a:cs typeface="Calisto MT"/>
              </a:rPr>
              <a:t>As</a:t>
            </a:r>
            <a:r>
              <a:rPr sz="1800" b="1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sto MT"/>
                <a:cs typeface="Calisto MT"/>
              </a:rPr>
              <a:t>Run</a:t>
            </a:r>
            <a:r>
              <a:rPr sz="1800" b="1" spc="-20" dirty="0">
                <a:latin typeface="Calisto MT"/>
                <a:cs typeface="Calisto MT"/>
              </a:rPr>
              <a:t> </a:t>
            </a:r>
            <a:r>
              <a:rPr sz="1800" b="1" dirty="0">
                <a:latin typeface="Calisto MT"/>
                <a:cs typeface="Calisto MT"/>
              </a:rPr>
              <a:t>on</a:t>
            </a:r>
            <a:r>
              <a:rPr sz="1800" b="1" spc="-45" dirty="0">
                <a:latin typeface="Calisto MT"/>
                <a:cs typeface="Calisto MT"/>
              </a:rPr>
              <a:t> </a:t>
            </a:r>
            <a:r>
              <a:rPr sz="1800" b="1" spc="-10" dirty="0">
                <a:latin typeface="Calisto MT"/>
                <a:cs typeface="Calisto MT"/>
              </a:rPr>
              <a:t>Server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7868" y="1190244"/>
            <a:ext cx="5843015" cy="126187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211546" y="1422699"/>
            <a:ext cx="2355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sto MT"/>
                <a:cs typeface="Calisto MT"/>
              </a:rPr>
              <a:t>Right-click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Login.jsp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531482" y="2119502"/>
            <a:ext cx="5434330" cy="2692400"/>
            <a:chOff x="6531482" y="2119502"/>
            <a:chExt cx="5434330" cy="269240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41007" y="2129027"/>
              <a:ext cx="5414771" cy="267309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536245" y="2124265"/>
              <a:ext cx="5424805" cy="2682875"/>
            </a:xfrm>
            <a:custGeom>
              <a:avLst/>
              <a:gdLst/>
              <a:ahLst/>
              <a:cxnLst/>
              <a:rect l="l" t="t" r="r" b="b"/>
              <a:pathLst>
                <a:path w="5424805" h="2682875">
                  <a:moveTo>
                    <a:pt x="0" y="0"/>
                  </a:moveTo>
                  <a:lnTo>
                    <a:pt x="5424297" y="0"/>
                  </a:lnTo>
                  <a:lnTo>
                    <a:pt x="5424297" y="2682621"/>
                  </a:lnTo>
                  <a:lnTo>
                    <a:pt x="0" y="268262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780634" y="1625663"/>
            <a:ext cx="4891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Home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Page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5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Employee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Information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Application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Summary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618" y="904990"/>
            <a:ext cx="11464290" cy="390588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94310" marR="222250" indent="-181610">
              <a:lnSpc>
                <a:spcPts val="1900"/>
              </a:lnSpc>
              <a:spcBef>
                <a:spcPts val="380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simple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employee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information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created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using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Jakarta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Server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Pages,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Servlets,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MySQL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database 	</a:t>
            </a:r>
            <a:r>
              <a:rPr sz="1800" dirty="0">
                <a:latin typeface="Calisto MT"/>
                <a:cs typeface="Calisto MT"/>
              </a:rPr>
              <a:t>called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employee_information</a:t>
            </a:r>
            <a:r>
              <a:rPr sz="1800" spc="-10" dirty="0">
                <a:latin typeface="Calisto MT"/>
                <a:cs typeface="Calisto MT"/>
              </a:rPr>
              <a:t>.</a:t>
            </a:r>
            <a:endParaRPr sz="1800">
              <a:latin typeface="Calisto MT"/>
              <a:cs typeface="Calisto MT"/>
            </a:endParaRPr>
          </a:p>
          <a:p>
            <a:pPr marL="194310" marR="75565" indent="-181610">
              <a:lnSpc>
                <a:spcPts val="1939"/>
              </a:lnSpc>
              <a:spcBef>
                <a:spcPts val="1460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Steps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create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Employee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Information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7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involve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creating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Dynamic</a:t>
            </a:r>
            <a:r>
              <a:rPr sz="1800" spc="-40" dirty="0">
                <a:latin typeface="Calisto MT"/>
                <a:cs typeface="Calisto MT"/>
              </a:rPr>
              <a:t> Web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Page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application,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connecting 	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 </a:t>
            </a:r>
            <a:r>
              <a:rPr sz="1800" spc="-10" dirty="0">
                <a:latin typeface="Calisto MT"/>
                <a:cs typeface="Calisto MT"/>
              </a:rPr>
              <a:t>database,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running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application.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6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prerequisite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creating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Employee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Information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create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database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MySQL.</a:t>
            </a:r>
            <a:endParaRPr sz="1800">
              <a:latin typeface="Calisto MT"/>
              <a:cs typeface="Calisto MT"/>
            </a:endParaRPr>
          </a:p>
          <a:p>
            <a:pPr marL="194310" marR="227329" indent="-181610">
              <a:lnSpc>
                <a:spcPts val="1939"/>
              </a:lnSpc>
              <a:spcBef>
                <a:spcPts val="1425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Two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processes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create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Employee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Information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involve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installing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necessary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JAR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files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project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and 	</a:t>
            </a:r>
            <a:r>
              <a:rPr sz="1800" dirty="0">
                <a:latin typeface="Calisto MT"/>
                <a:cs typeface="Calisto MT"/>
              </a:rPr>
              <a:t>creating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essential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files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within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project.</a:t>
            </a:r>
            <a:endParaRPr sz="1800">
              <a:latin typeface="Calisto MT"/>
              <a:cs typeface="Calisto MT"/>
            </a:endParaRPr>
          </a:p>
          <a:p>
            <a:pPr marL="193675" marR="204470" indent="-181610" algn="just">
              <a:lnSpc>
                <a:spcPct val="91400"/>
              </a:lnSpc>
              <a:spcBef>
                <a:spcPts val="1290"/>
              </a:spcBef>
              <a:buSzPct val="80555"/>
              <a:buFont typeface="Corbel"/>
              <a:buChar char="•"/>
              <a:tabLst>
                <a:tab pos="194945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required</a:t>
            </a:r>
            <a:r>
              <a:rPr sz="1800" spc="-114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source</a:t>
            </a:r>
            <a:r>
              <a:rPr sz="1800" spc="-114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code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files,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including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Login.jsp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admin</a:t>
            </a:r>
            <a:r>
              <a:rPr sz="1800" spc="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login,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spc="-35" dirty="0">
                <a:latin typeface="Courier New"/>
                <a:cs typeface="Courier New"/>
              </a:rPr>
              <a:t>LoginServlet.java</a:t>
            </a:r>
            <a:r>
              <a:rPr sz="1800" spc="-235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handling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login 	page,</a:t>
            </a:r>
            <a:r>
              <a:rPr sz="1800" spc="-110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Home.jsp</a:t>
            </a:r>
            <a:r>
              <a:rPr sz="1800" spc="-265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Add,</a:t>
            </a:r>
            <a:r>
              <a:rPr sz="1800" spc="30" dirty="0">
                <a:latin typeface="Calisto MT"/>
                <a:cs typeface="Calisto MT"/>
              </a:rPr>
              <a:t> </a:t>
            </a:r>
            <a:r>
              <a:rPr sz="1800" spc="-60" dirty="0">
                <a:latin typeface="Calisto MT"/>
                <a:cs typeface="Calisto MT"/>
              </a:rPr>
              <a:t>View,</a:t>
            </a:r>
            <a:r>
              <a:rPr sz="1800" spc="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Update,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Delete</a:t>
            </a:r>
            <a:r>
              <a:rPr sz="1800" spc="1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functionality,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35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ourier New"/>
                <a:cs typeface="Courier New"/>
              </a:rPr>
              <a:t>TestServlet.java</a:t>
            </a:r>
            <a:r>
              <a:rPr sz="1800" spc="-229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managing</a:t>
            </a:r>
            <a:r>
              <a:rPr sz="1800" spc="1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Home.jsp 	functionality.</a:t>
            </a:r>
            <a:endParaRPr sz="1800">
              <a:latin typeface="Calisto MT"/>
              <a:cs typeface="Calisto MT"/>
            </a:endParaRPr>
          </a:p>
          <a:p>
            <a:pPr marL="194310" marR="5080" indent="-181610">
              <a:lnSpc>
                <a:spcPts val="1939"/>
              </a:lnSpc>
              <a:spcBef>
                <a:spcPts val="1440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Steps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run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involve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logging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using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provided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credentials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navigating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through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various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pages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to 	</a:t>
            </a:r>
            <a:r>
              <a:rPr sz="1800" dirty="0">
                <a:latin typeface="Calisto MT"/>
                <a:cs typeface="Calisto MT"/>
              </a:rPr>
              <a:t>add,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50" dirty="0">
                <a:latin typeface="Calisto MT"/>
                <a:cs typeface="Calisto MT"/>
              </a:rPr>
              <a:t>view,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edit,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delete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employee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details,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observing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corresponding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changes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interface.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404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Algerian</vt:lpstr>
      <vt:lpstr>Arial Black</vt:lpstr>
      <vt:lpstr>Arial Rounded MT Bold</vt:lpstr>
      <vt:lpstr>Calibri</vt:lpstr>
      <vt:lpstr>Calisto MT</vt:lpstr>
      <vt:lpstr>Corbel</vt:lpstr>
      <vt:lpstr>Courier New</vt:lpstr>
      <vt:lpstr>Times New Roman</vt:lpstr>
      <vt:lpstr>Wingdings</vt:lpstr>
      <vt:lpstr>Office Theme</vt:lpstr>
      <vt:lpstr>Jakarta Server Pages</vt:lpstr>
      <vt:lpstr>Objectives</vt:lpstr>
      <vt:lpstr>Overview</vt:lpstr>
      <vt:lpstr>Application Sitemap</vt:lpstr>
      <vt:lpstr>Steps to Create the Employee Information Application</vt:lpstr>
      <vt:lpstr>Creating MySQL Database</vt:lpstr>
      <vt:lpstr>Creating Employee Information Application</vt:lpstr>
      <vt:lpstr>Running the Application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Aptech Limited</dc:creator>
  <cp:lastModifiedBy>Hoang Duc Quang</cp:lastModifiedBy>
  <cp:revision>11</cp:revision>
  <dcterms:created xsi:type="dcterms:W3CDTF">2025-10-19T10:33:49Z</dcterms:created>
  <dcterms:modified xsi:type="dcterms:W3CDTF">2025-10-20T01:27:16Z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2024-07-10T00:00:00Z</vt:filetime>
  </property>
  <property fmtid="{D5CDD505-2E9C-101B-9397-08002B2CF9AE}" pid="3" name="Creator">
    <vt:lpwstr>Acrobat PDFMaker 24 for PowerPoint</vt:lpwstr>
  </property>
  <property fmtid="{D5CDD505-2E9C-101B-9397-08002B2CF9AE}" pid="4" name="EBX_PUBLISHER">
    <vt:lpwstr>Aptech</vt:lpwstr>
  </property>
  <property fmtid="{D5CDD505-2E9C-101B-9397-08002B2CF9AE}" pid="5" name="LastSaved">
    <vt:filetime>2025-10-19T00:00:00Z</vt:filetime>
  </property>
  <property fmtid="{D5CDD505-2E9C-101B-9397-08002B2CF9AE}" pid="6" name="Producer">
    <vt:lpwstr>Adobe PDF Library 24.2.159</vt:lpwstr>
  </property>
</Properties>
</file>