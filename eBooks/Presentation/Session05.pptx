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5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2887980" cy="110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5</a:t>
            </a:r>
            <a:endParaRPr sz="2400">
              <a:latin typeface="Algerian"/>
              <a:cs typeface="Algerian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Session</a:t>
            </a:r>
            <a:r>
              <a:rPr sz="2400" spc="-2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Tracking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59" y="759967"/>
            <a:ext cx="6457315" cy="469836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stateless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nature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HTTP/3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protocols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necessity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tracking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identity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state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URL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rewriting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tracking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hidden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form </a:t>
            </a:r>
            <a:r>
              <a:rPr sz="1800" spc="-10" dirty="0">
                <a:latin typeface="Calisto MT"/>
                <a:cs typeface="Calisto MT"/>
              </a:rPr>
              <a:t>fields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2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 use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Cookie</a:t>
            </a:r>
            <a:r>
              <a:rPr sz="1800" spc="-65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class and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5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store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retrieve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session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3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HttpSession</a:t>
            </a:r>
            <a:r>
              <a:rPr sz="1800" spc="-64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interface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3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invalidate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session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invalidating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Eclipse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5" dirty="0">
                <a:latin typeface="Calisto MT"/>
                <a:cs typeface="Calisto MT"/>
              </a:rPr>
              <a:t> Java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binding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serialization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81603" y="1459611"/>
            <a:ext cx="4829175" cy="4545330"/>
            <a:chOff x="3681603" y="1459611"/>
            <a:chExt cx="4829175" cy="45453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1128" y="1469136"/>
              <a:ext cx="4809731" cy="45262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86365" y="1464373"/>
              <a:ext cx="4819650" cy="4535805"/>
            </a:xfrm>
            <a:custGeom>
              <a:avLst/>
              <a:gdLst/>
              <a:ahLst/>
              <a:cxnLst/>
              <a:rect l="l" t="t" r="r" b="b"/>
              <a:pathLst>
                <a:path w="4819650" h="4535805">
                  <a:moveTo>
                    <a:pt x="0" y="0"/>
                  </a:moveTo>
                  <a:lnTo>
                    <a:pt x="4819269" y="0"/>
                  </a:lnTo>
                  <a:lnTo>
                    <a:pt x="4819269" y="4535805"/>
                  </a:lnTo>
                  <a:lnTo>
                    <a:pt x="0" y="453580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04309" y="812410"/>
            <a:ext cx="4180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Client-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Protocol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07" y="79546"/>
            <a:ext cx="5445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55" dirty="0"/>
              <a:t> </a:t>
            </a:r>
            <a:r>
              <a:rPr spc="-10" dirty="0"/>
              <a:t>Tracking</a:t>
            </a:r>
            <a:r>
              <a:rPr spc="-4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its</a:t>
            </a:r>
            <a:r>
              <a:rPr spc="-40" dirty="0"/>
              <a:t> </a:t>
            </a:r>
            <a:r>
              <a:rPr spc="-10" dirty="0"/>
              <a:t>Techniques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4" y="1335024"/>
            <a:ext cx="6044183" cy="35387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199380" y="1216152"/>
            <a:ext cx="3997960" cy="3778250"/>
            <a:chOff x="7199380" y="1216152"/>
            <a:chExt cx="3997960" cy="3778250"/>
          </a:xfrm>
        </p:grpSpPr>
        <p:sp>
          <p:nvSpPr>
            <p:cNvPr id="5" name="object 5"/>
            <p:cNvSpPr/>
            <p:nvPr/>
          </p:nvSpPr>
          <p:spPr>
            <a:xfrm>
              <a:off x="7443210" y="1216152"/>
              <a:ext cx="3051175" cy="1748155"/>
            </a:xfrm>
            <a:custGeom>
              <a:avLst/>
              <a:gdLst/>
              <a:ahLst/>
              <a:cxnLst/>
              <a:rect l="l" t="t" r="r" b="b"/>
              <a:pathLst>
                <a:path w="3051175" h="1748155">
                  <a:moveTo>
                    <a:pt x="1872208" y="0"/>
                  </a:moveTo>
                  <a:lnTo>
                    <a:pt x="1822709" y="641"/>
                  </a:lnTo>
                  <a:lnTo>
                    <a:pt x="1773525" y="2555"/>
                  </a:lnTo>
                  <a:lnTo>
                    <a:pt x="1724672" y="5725"/>
                  </a:lnTo>
                  <a:lnTo>
                    <a:pt x="1676165" y="10136"/>
                  </a:lnTo>
                  <a:lnTo>
                    <a:pt x="1628021" y="15773"/>
                  </a:lnTo>
                  <a:lnTo>
                    <a:pt x="1580254" y="22619"/>
                  </a:lnTo>
                  <a:lnTo>
                    <a:pt x="1532881" y="30658"/>
                  </a:lnTo>
                  <a:lnTo>
                    <a:pt x="1485918" y="39876"/>
                  </a:lnTo>
                  <a:lnTo>
                    <a:pt x="1439379" y="50256"/>
                  </a:lnTo>
                  <a:lnTo>
                    <a:pt x="1393281" y="61782"/>
                  </a:lnTo>
                  <a:lnTo>
                    <a:pt x="1347639" y="74439"/>
                  </a:lnTo>
                  <a:lnTo>
                    <a:pt x="1302469" y="88211"/>
                  </a:lnTo>
                  <a:lnTo>
                    <a:pt x="1257786" y="103083"/>
                  </a:lnTo>
                  <a:lnTo>
                    <a:pt x="1213606" y="119038"/>
                  </a:lnTo>
                  <a:lnTo>
                    <a:pt x="1169946" y="136061"/>
                  </a:lnTo>
                  <a:lnTo>
                    <a:pt x="1126820" y="154136"/>
                  </a:lnTo>
                  <a:lnTo>
                    <a:pt x="1084244" y="173247"/>
                  </a:lnTo>
                  <a:lnTo>
                    <a:pt x="1042234" y="193379"/>
                  </a:lnTo>
                  <a:lnTo>
                    <a:pt x="1000806" y="214516"/>
                  </a:lnTo>
                  <a:lnTo>
                    <a:pt x="959974" y="236642"/>
                  </a:lnTo>
                  <a:lnTo>
                    <a:pt x="919756" y="259742"/>
                  </a:lnTo>
                  <a:lnTo>
                    <a:pt x="880166" y="283800"/>
                  </a:lnTo>
                  <a:lnTo>
                    <a:pt x="841220" y="308799"/>
                  </a:lnTo>
                  <a:lnTo>
                    <a:pt x="802934" y="334725"/>
                  </a:lnTo>
                  <a:lnTo>
                    <a:pt x="765324" y="361561"/>
                  </a:lnTo>
                  <a:lnTo>
                    <a:pt x="728405" y="389292"/>
                  </a:lnTo>
                  <a:lnTo>
                    <a:pt x="692192" y="417903"/>
                  </a:lnTo>
                  <a:lnTo>
                    <a:pt x="656702" y="447376"/>
                  </a:lnTo>
                  <a:lnTo>
                    <a:pt x="621951" y="477698"/>
                  </a:lnTo>
                  <a:lnTo>
                    <a:pt x="587953" y="508851"/>
                  </a:lnTo>
                  <a:lnTo>
                    <a:pt x="554724" y="540820"/>
                  </a:lnTo>
                  <a:lnTo>
                    <a:pt x="522281" y="573590"/>
                  </a:lnTo>
                  <a:lnTo>
                    <a:pt x="490639" y="607144"/>
                  </a:lnTo>
                  <a:lnTo>
                    <a:pt x="459813" y="641468"/>
                  </a:lnTo>
                  <a:lnTo>
                    <a:pt x="429819" y="676545"/>
                  </a:lnTo>
                  <a:lnTo>
                    <a:pt x="400673" y="712359"/>
                  </a:lnTo>
                  <a:lnTo>
                    <a:pt x="372390" y="748895"/>
                  </a:lnTo>
                  <a:lnTo>
                    <a:pt x="344987" y="786137"/>
                  </a:lnTo>
                  <a:lnTo>
                    <a:pt x="318478" y="824069"/>
                  </a:lnTo>
                  <a:lnTo>
                    <a:pt x="292880" y="862677"/>
                  </a:lnTo>
                  <a:lnTo>
                    <a:pt x="268208" y="901943"/>
                  </a:lnTo>
                  <a:lnTo>
                    <a:pt x="244478" y="941852"/>
                  </a:lnTo>
                  <a:lnTo>
                    <a:pt x="221705" y="982388"/>
                  </a:lnTo>
                  <a:lnTo>
                    <a:pt x="199906" y="1023536"/>
                  </a:lnTo>
                  <a:lnTo>
                    <a:pt x="179095" y="1065280"/>
                  </a:lnTo>
                  <a:lnTo>
                    <a:pt x="159288" y="1107605"/>
                  </a:lnTo>
                  <a:lnTo>
                    <a:pt x="140502" y="1150494"/>
                  </a:lnTo>
                  <a:lnTo>
                    <a:pt x="122752" y="1193931"/>
                  </a:lnTo>
                  <a:lnTo>
                    <a:pt x="106053" y="1237902"/>
                  </a:lnTo>
                  <a:lnTo>
                    <a:pt x="90421" y="1282390"/>
                  </a:lnTo>
                  <a:lnTo>
                    <a:pt x="75871" y="1327379"/>
                  </a:lnTo>
                  <a:lnTo>
                    <a:pt x="62421" y="1372855"/>
                  </a:lnTo>
                  <a:lnTo>
                    <a:pt x="50084" y="1418800"/>
                  </a:lnTo>
                  <a:lnTo>
                    <a:pt x="38877" y="1465200"/>
                  </a:lnTo>
                  <a:lnTo>
                    <a:pt x="28816" y="1512039"/>
                  </a:lnTo>
                  <a:lnTo>
                    <a:pt x="19915" y="1559300"/>
                  </a:lnTo>
                  <a:lnTo>
                    <a:pt x="12192" y="1606969"/>
                  </a:lnTo>
                  <a:lnTo>
                    <a:pt x="0" y="1729600"/>
                  </a:lnTo>
                  <a:lnTo>
                    <a:pt x="593915" y="1249756"/>
                  </a:lnTo>
                  <a:lnTo>
                    <a:pt x="1210627" y="1748027"/>
                  </a:lnTo>
                  <a:lnTo>
                    <a:pt x="1223746" y="1694738"/>
                  </a:lnTo>
                  <a:lnTo>
                    <a:pt x="1239207" y="1648690"/>
                  </a:lnTo>
                  <a:lnTo>
                    <a:pt x="1257790" y="1604181"/>
                  </a:lnTo>
                  <a:lnTo>
                    <a:pt x="1279364" y="1561344"/>
                  </a:lnTo>
                  <a:lnTo>
                    <a:pt x="1303797" y="1520311"/>
                  </a:lnTo>
                  <a:lnTo>
                    <a:pt x="1330957" y="1481215"/>
                  </a:lnTo>
                  <a:lnTo>
                    <a:pt x="1360711" y="1444188"/>
                  </a:lnTo>
                  <a:lnTo>
                    <a:pt x="1392930" y="1409362"/>
                  </a:lnTo>
                  <a:lnTo>
                    <a:pt x="1427479" y="1376870"/>
                  </a:lnTo>
                  <a:lnTo>
                    <a:pt x="1464229" y="1346844"/>
                  </a:lnTo>
                  <a:lnTo>
                    <a:pt x="1503046" y="1319417"/>
                  </a:lnTo>
                  <a:lnTo>
                    <a:pt x="1543799" y="1294721"/>
                  </a:lnTo>
                  <a:lnTo>
                    <a:pt x="1586357" y="1272888"/>
                  </a:lnTo>
                  <a:lnTo>
                    <a:pt x="1630586" y="1254050"/>
                  </a:lnTo>
                  <a:lnTo>
                    <a:pt x="1676357" y="1238341"/>
                  </a:lnTo>
                  <a:lnTo>
                    <a:pt x="1723536" y="1225893"/>
                  </a:lnTo>
                  <a:lnTo>
                    <a:pt x="1771992" y="1216837"/>
                  </a:lnTo>
                  <a:lnTo>
                    <a:pt x="1821594" y="1211306"/>
                  </a:lnTo>
                  <a:lnTo>
                    <a:pt x="1872208" y="1209433"/>
                  </a:lnTo>
                  <a:lnTo>
                    <a:pt x="1927686" y="1211685"/>
                  </a:lnTo>
                  <a:lnTo>
                    <a:pt x="1981930" y="1218326"/>
                  </a:lnTo>
                  <a:lnTo>
                    <a:pt x="2034766" y="1229179"/>
                  </a:lnTo>
                  <a:lnTo>
                    <a:pt x="2086019" y="1244070"/>
                  </a:lnTo>
                  <a:lnTo>
                    <a:pt x="2135517" y="1262824"/>
                  </a:lnTo>
                  <a:lnTo>
                    <a:pt x="2171827" y="1280388"/>
                  </a:lnTo>
                  <a:lnTo>
                    <a:pt x="2047468" y="1496707"/>
                  </a:lnTo>
                  <a:lnTo>
                    <a:pt x="3051048" y="1106170"/>
                  </a:lnTo>
                  <a:lnTo>
                    <a:pt x="2886049" y="38112"/>
                  </a:lnTo>
                  <a:lnTo>
                    <a:pt x="2774861" y="231508"/>
                  </a:lnTo>
                  <a:lnTo>
                    <a:pt x="2768714" y="227965"/>
                  </a:lnTo>
                  <a:lnTo>
                    <a:pt x="2726315" y="205533"/>
                  </a:lnTo>
                  <a:lnTo>
                    <a:pt x="2683287" y="184163"/>
                  </a:lnTo>
                  <a:lnTo>
                    <a:pt x="2639647" y="163872"/>
                  </a:lnTo>
                  <a:lnTo>
                    <a:pt x="2595411" y="144676"/>
                  </a:lnTo>
                  <a:lnTo>
                    <a:pt x="2550599" y="126593"/>
                  </a:lnTo>
                  <a:lnTo>
                    <a:pt x="2505225" y="109641"/>
                  </a:lnTo>
                  <a:lnTo>
                    <a:pt x="2459309" y="93837"/>
                  </a:lnTo>
                  <a:lnTo>
                    <a:pt x="2412866" y="79198"/>
                  </a:lnTo>
                  <a:lnTo>
                    <a:pt x="2365915" y="65741"/>
                  </a:lnTo>
                  <a:lnTo>
                    <a:pt x="2318472" y="53483"/>
                  </a:lnTo>
                  <a:lnTo>
                    <a:pt x="2270555" y="42443"/>
                  </a:lnTo>
                  <a:lnTo>
                    <a:pt x="2222181" y="32636"/>
                  </a:lnTo>
                  <a:lnTo>
                    <a:pt x="2173367" y="24081"/>
                  </a:lnTo>
                  <a:lnTo>
                    <a:pt x="2124130" y="16795"/>
                  </a:lnTo>
                  <a:lnTo>
                    <a:pt x="2074488" y="10795"/>
                  </a:lnTo>
                  <a:lnTo>
                    <a:pt x="2024457" y="6098"/>
                  </a:lnTo>
                  <a:lnTo>
                    <a:pt x="1974055" y="2721"/>
                  </a:lnTo>
                  <a:lnTo>
                    <a:pt x="1923300" y="683"/>
                  </a:lnTo>
                  <a:lnTo>
                    <a:pt x="1872208" y="0"/>
                  </a:lnTo>
                  <a:close/>
                </a:path>
              </a:pathLst>
            </a:custGeom>
            <a:solidFill>
              <a:srgbClr val="4E8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03077" y="1543812"/>
              <a:ext cx="1793875" cy="3362325"/>
            </a:xfrm>
            <a:custGeom>
              <a:avLst/>
              <a:gdLst/>
              <a:ahLst/>
              <a:cxnLst/>
              <a:rect l="l" t="t" r="r" b="b"/>
              <a:pathLst>
                <a:path w="1793875" h="3362325">
                  <a:moveTo>
                    <a:pt x="971397" y="0"/>
                  </a:moveTo>
                  <a:lnTo>
                    <a:pt x="1091641" y="778319"/>
                  </a:lnTo>
                  <a:lnTo>
                    <a:pt x="368147" y="1059853"/>
                  </a:lnTo>
                  <a:lnTo>
                    <a:pt x="413372" y="1104201"/>
                  </a:lnTo>
                  <a:lnTo>
                    <a:pt x="444831" y="1141561"/>
                  </a:lnTo>
                  <a:lnTo>
                    <a:pt x="473587" y="1181155"/>
                  </a:lnTo>
                  <a:lnTo>
                    <a:pt x="499498" y="1222839"/>
                  </a:lnTo>
                  <a:lnTo>
                    <a:pt x="522420" y="1266469"/>
                  </a:lnTo>
                  <a:lnTo>
                    <a:pt x="542209" y="1311900"/>
                  </a:lnTo>
                  <a:lnTo>
                    <a:pt x="558721" y="1358989"/>
                  </a:lnTo>
                  <a:lnTo>
                    <a:pt x="571814" y="1407590"/>
                  </a:lnTo>
                  <a:lnTo>
                    <a:pt x="581344" y="1457561"/>
                  </a:lnTo>
                  <a:lnTo>
                    <a:pt x="587167" y="1508756"/>
                  </a:lnTo>
                  <a:lnTo>
                    <a:pt x="589140" y="1561033"/>
                  </a:lnTo>
                  <a:lnTo>
                    <a:pt x="587274" y="1611870"/>
                  </a:lnTo>
                  <a:lnTo>
                    <a:pt x="581766" y="1661689"/>
                  </a:lnTo>
                  <a:lnTo>
                    <a:pt x="572747" y="1710358"/>
                  </a:lnTo>
                  <a:lnTo>
                    <a:pt x="560349" y="1757744"/>
                  </a:lnTo>
                  <a:lnTo>
                    <a:pt x="544704" y="1803716"/>
                  </a:lnTo>
                  <a:lnTo>
                    <a:pt x="525943" y="1848140"/>
                  </a:lnTo>
                  <a:lnTo>
                    <a:pt x="504198" y="1890884"/>
                  </a:lnTo>
                  <a:lnTo>
                    <a:pt x="479602" y="1931816"/>
                  </a:lnTo>
                  <a:lnTo>
                    <a:pt x="452285" y="1970804"/>
                  </a:lnTo>
                  <a:lnTo>
                    <a:pt x="422380" y="2007714"/>
                  </a:lnTo>
                  <a:lnTo>
                    <a:pt x="390019" y="2042414"/>
                  </a:lnTo>
                  <a:lnTo>
                    <a:pt x="355333" y="2074773"/>
                  </a:lnTo>
                  <a:lnTo>
                    <a:pt x="291846" y="2123643"/>
                  </a:lnTo>
                  <a:lnTo>
                    <a:pt x="165036" y="1903082"/>
                  </a:lnTo>
                  <a:lnTo>
                    <a:pt x="0" y="2971342"/>
                  </a:lnTo>
                  <a:lnTo>
                    <a:pt x="1003795" y="3361944"/>
                  </a:lnTo>
                  <a:lnTo>
                    <a:pt x="894727" y="3172231"/>
                  </a:lnTo>
                  <a:lnTo>
                    <a:pt x="987679" y="3111398"/>
                  </a:lnTo>
                  <a:lnTo>
                    <a:pt x="1026815" y="3083227"/>
                  </a:lnTo>
                  <a:lnTo>
                    <a:pt x="1065195" y="3054085"/>
                  </a:lnTo>
                  <a:lnTo>
                    <a:pt x="1102802" y="3023989"/>
                  </a:lnTo>
                  <a:lnTo>
                    <a:pt x="1139616" y="2992957"/>
                  </a:lnTo>
                  <a:lnTo>
                    <a:pt x="1175621" y="2961008"/>
                  </a:lnTo>
                  <a:lnTo>
                    <a:pt x="1210798" y="2928158"/>
                  </a:lnTo>
                  <a:lnTo>
                    <a:pt x="1245131" y="2894427"/>
                  </a:lnTo>
                  <a:lnTo>
                    <a:pt x="1278600" y="2859831"/>
                  </a:lnTo>
                  <a:lnTo>
                    <a:pt x="1311188" y="2824389"/>
                  </a:lnTo>
                  <a:lnTo>
                    <a:pt x="1342878" y="2788119"/>
                  </a:lnTo>
                  <a:lnTo>
                    <a:pt x="1373651" y="2751038"/>
                  </a:lnTo>
                  <a:lnTo>
                    <a:pt x="1403490" y="2713164"/>
                  </a:lnTo>
                  <a:lnTo>
                    <a:pt x="1432377" y="2674516"/>
                  </a:lnTo>
                  <a:lnTo>
                    <a:pt x="1460294" y="2635111"/>
                  </a:lnTo>
                  <a:lnTo>
                    <a:pt x="1487223" y="2594967"/>
                  </a:lnTo>
                  <a:lnTo>
                    <a:pt x="1513147" y="2554101"/>
                  </a:lnTo>
                  <a:lnTo>
                    <a:pt x="1538047" y="2512533"/>
                  </a:lnTo>
                  <a:lnTo>
                    <a:pt x="1561907" y="2470279"/>
                  </a:lnTo>
                  <a:lnTo>
                    <a:pt x="1584707" y="2427358"/>
                  </a:lnTo>
                  <a:lnTo>
                    <a:pt x="1606431" y="2383787"/>
                  </a:lnTo>
                  <a:lnTo>
                    <a:pt x="1627061" y="2339585"/>
                  </a:lnTo>
                  <a:lnTo>
                    <a:pt x="1646578" y="2294768"/>
                  </a:lnTo>
                  <a:lnTo>
                    <a:pt x="1664965" y="2249356"/>
                  </a:lnTo>
                  <a:lnTo>
                    <a:pt x="1682204" y="2203366"/>
                  </a:lnTo>
                  <a:lnTo>
                    <a:pt x="1698277" y="2156816"/>
                  </a:lnTo>
                  <a:lnTo>
                    <a:pt x="1713167" y="2109723"/>
                  </a:lnTo>
                  <a:lnTo>
                    <a:pt x="1726855" y="2062106"/>
                  </a:lnTo>
                  <a:lnTo>
                    <a:pt x="1739324" y="2013983"/>
                  </a:lnTo>
                  <a:lnTo>
                    <a:pt x="1750556" y="1965371"/>
                  </a:lnTo>
                  <a:lnTo>
                    <a:pt x="1760534" y="1916289"/>
                  </a:lnTo>
                  <a:lnTo>
                    <a:pt x="1769239" y="1866753"/>
                  </a:lnTo>
                  <a:lnTo>
                    <a:pt x="1776653" y="1816783"/>
                  </a:lnTo>
                  <a:lnTo>
                    <a:pt x="1782760" y="1766395"/>
                  </a:lnTo>
                  <a:lnTo>
                    <a:pt x="1787540" y="1715609"/>
                  </a:lnTo>
                  <a:lnTo>
                    <a:pt x="1790977" y="1664441"/>
                  </a:lnTo>
                  <a:lnTo>
                    <a:pt x="1793052" y="1612909"/>
                  </a:lnTo>
                  <a:lnTo>
                    <a:pt x="1793748" y="1561033"/>
                  </a:lnTo>
                  <a:lnTo>
                    <a:pt x="1793052" y="1509155"/>
                  </a:lnTo>
                  <a:lnTo>
                    <a:pt x="1790977" y="1457623"/>
                  </a:lnTo>
                  <a:lnTo>
                    <a:pt x="1787540" y="1406454"/>
                  </a:lnTo>
                  <a:lnTo>
                    <a:pt x="1782760" y="1355666"/>
                  </a:lnTo>
                  <a:lnTo>
                    <a:pt x="1776653" y="1305278"/>
                  </a:lnTo>
                  <a:lnTo>
                    <a:pt x="1769239" y="1255307"/>
                  </a:lnTo>
                  <a:lnTo>
                    <a:pt x="1760534" y="1205771"/>
                  </a:lnTo>
                  <a:lnTo>
                    <a:pt x="1750556" y="1156688"/>
                  </a:lnTo>
                  <a:lnTo>
                    <a:pt x="1739324" y="1108075"/>
                  </a:lnTo>
                  <a:lnTo>
                    <a:pt x="1726855" y="1059951"/>
                  </a:lnTo>
                  <a:lnTo>
                    <a:pt x="1713167" y="1012334"/>
                  </a:lnTo>
                  <a:lnTo>
                    <a:pt x="1698277" y="965241"/>
                  </a:lnTo>
                  <a:lnTo>
                    <a:pt x="1682204" y="918690"/>
                  </a:lnTo>
                  <a:lnTo>
                    <a:pt x="1664965" y="872699"/>
                  </a:lnTo>
                  <a:lnTo>
                    <a:pt x="1646578" y="827287"/>
                  </a:lnTo>
                  <a:lnTo>
                    <a:pt x="1627061" y="782470"/>
                  </a:lnTo>
                  <a:lnTo>
                    <a:pt x="1606431" y="738268"/>
                  </a:lnTo>
                  <a:lnTo>
                    <a:pt x="1584707" y="694697"/>
                  </a:lnTo>
                  <a:lnTo>
                    <a:pt x="1561907" y="651775"/>
                  </a:lnTo>
                  <a:lnTo>
                    <a:pt x="1538047" y="609521"/>
                  </a:lnTo>
                  <a:lnTo>
                    <a:pt x="1513147" y="567952"/>
                  </a:lnTo>
                  <a:lnTo>
                    <a:pt x="1487223" y="527087"/>
                  </a:lnTo>
                  <a:lnTo>
                    <a:pt x="1460294" y="486943"/>
                  </a:lnTo>
                  <a:lnTo>
                    <a:pt x="1432377" y="447537"/>
                  </a:lnTo>
                  <a:lnTo>
                    <a:pt x="1403490" y="408889"/>
                  </a:lnTo>
                  <a:lnTo>
                    <a:pt x="1373651" y="371015"/>
                  </a:lnTo>
                  <a:lnTo>
                    <a:pt x="1342878" y="333934"/>
                  </a:lnTo>
                  <a:lnTo>
                    <a:pt x="1311188" y="297664"/>
                  </a:lnTo>
                  <a:lnTo>
                    <a:pt x="1278600" y="262222"/>
                  </a:lnTo>
                  <a:lnTo>
                    <a:pt x="1245131" y="227626"/>
                  </a:lnTo>
                  <a:lnTo>
                    <a:pt x="1210798" y="193895"/>
                  </a:lnTo>
                  <a:lnTo>
                    <a:pt x="1175621" y="161045"/>
                  </a:lnTo>
                  <a:lnTo>
                    <a:pt x="1139616" y="129096"/>
                  </a:lnTo>
                  <a:lnTo>
                    <a:pt x="1102802" y="98064"/>
                  </a:lnTo>
                  <a:lnTo>
                    <a:pt x="1065195" y="67968"/>
                  </a:lnTo>
                  <a:lnTo>
                    <a:pt x="1026815" y="38826"/>
                  </a:lnTo>
                  <a:lnTo>
                    <a:pt x="987679" y="10655"/>
                  </a:lnTo>
                  <a:lnTo>
                    <a:pt x="971397" y="0"/>
                  </a:lnTo>
                  <a:close/>
                </a:path>
              </a:pathLst>
            </a:custGeom>
            <a:solidFill>
              <a:srgbClr val="825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99380" y="2465832"/>
              <a:ext cx="2941320" cy="2528570"/>
            </a:xfrm>
            <a:custGeom>
              <a:avLst/>
              <a:gdLst/>
              <a:ahLst/>
              <a:cxnLst/>
              <a:rect l="l" t="t" r="r" b="b"/>
              <a:pathLst>
                <a:path w="2941320" h="2528570">
                  <a:moveTo>
                    <a:pt x="838441" y="0"/>
                  </a:moveTo>
                  <a:lnTo>
                    <a:pt x="0" y="677684"/>
                  </a:lnTo>
                  <a:lnTo>
                    <a:pt x="237007" y="677684"/>
                  </a:lnTo>
                  <a:lnTo>
                    <a:pt x="238480" y="736358"/>
                  </a:lnTo>
                  <a:lnTo>
                    <a:pt x="241517" y="784495"/>
                  </a:lnTo>
                  <a:lnTo>
                    <a:pt x="245742" y="832299"/>
                  </a:lnTo>
                  <a:lnTo>
                    <a:pt x="251142" y="879753"/>
                  </a:lnTo>
                  <a:lnTo>
                    <a:pt x="257701" y="926844"/>
                  </a:lnTo>
                  <a:lnTo>
                    <a:pt x="265405" y="973557"/>
                  </a:lnTo>
                  <a:lnTo>
                    <a:pt x="274239" y="1019876"/>
                  </a:lnTo>
                  <a:lnTo>
                    <a:pt x="284188" y="1065787"/>
                  </a:lnTo>
                  <a:lnTo>
                    <a:pt x="295237" y="1111275"/>
                  </a:lnTo>
                  <a:lnTo>
                    <a:pt x="307372" y="1156326"/>
                  </a:lnTo>
                  <a:lnTo>
                    <a:pt x="320577" y="1200924"/>
                  </a:lnTo>
                  <a:lnTo>
                    <a:pt x="334839" y="1245054"/>
                  </a:lnTo>
                  <a:lnTo>
                    <a:pt x="350142" y="1288703"/>
                  </a:lnTo>
                  <a:lnTo>
                    <a:pt x="366471" y="1331854"/>
                  </a:lnTo>
                  <a:lnTo>
                    <a:pt x="383813" y="1374493"/>
                  </a:lnTo>
                  <a:lnTo>
                    <a:pt x="402151" y="1416605"/>
                  </a:lnTo>
                  <a:lnTo>
                    <a:pt x="421471" y="1458176"/>
                  </a:lnTo>
                  <a:lnTo>
                    <a:pt x="441759" y="1499191"/>
                  </a:lnTo>
                  <a:lnTo>
                    <a:pt x="462999" y="1539634"/>
                  </a:lnTo>
                  <a:lnTo>
                    <a:pt x="485178" y="1579491"/>
                  </a:lnTo>
                  <a:lnTo>
                    <a:pt x="508279" y="1618747"/>
                  </a:lnTo>
                  <a:lnTo>
                    <a:pt x="532289" y="1657387"/>
                  </a:lnTo>
                  <a:lnTo>
                    <a:pt x="557193" y="1695396"/>
                  </a:lnTo>
                  <a:lnTo>
                    <a:pt x="582975" y="1732760"/>
                  </a:lnTo>
                  <a:lnTo>
                    <a:pt x="609621" y="1769464"/>
                  </a:lnTo>
                  <a:lnTo>
                    <a:pt x="637117" y="1805493"/>
                  </a:lnTo>
                  <a:lnTo>
                    <a:pt x="665447" y="1840831"/>
                  </a:lnTo>
                  <a:lnTo>
                    <a:pt x="694597" y="1875465"/>
                  </a:lnTo>
                  <a:lnTo>
                    <a:pt x="724552" y="1909379"/>
                  </a:lnTo>
                  <a:lnTo>
                    <a:pt x="755297" y="1942559"/>
                  </a:lnTo>
                  <a:lnTo>
                    <a:pt x="786817" y="1974989"/>
                  </a:lnTo>
                  <a:lnTo>
                    <a:pt x="819099" y="2006655"/>
                  </a:lnTo>
                  <a:lnTo>
                    <a:pt x="852126" y="2037542"/>
                  </a:lnTo>
                  <a:lnTo>
                    <a:pt x="885884" y="2067635"/>
                  </a:lnTo>
                  <a:lnTo>
                    <a:pt x="920359" y="2096920"/>
                  </a:lnTo>
                  <a:lnTo>
                    <a:pt x="955535" y="2125381"/>
                  </a:lnTo>
                  <a:lnTo>
                    <a:pt x="991398" y="2153003"/>
                  </a:lnTo>
                  <a:lnTo>
                    <a:pt x="1027933" y="2179773"/>
                  </a:lnTo>
                  <a:lnTo>
                    <a:pt x="1065125" y="2205674"/>
                  </a:lnTo>
                  <a:lnTo>
                    <a:pt x="1102960" y="2230693"/>
                  </a:lnTo>
                  <a:lnTo>
                    <a:pt x="1141423" y="2254813"/>
                  </a:lnTo>
                  <a:lnTo>
                    <a:pt x="1180499" y="2278021"/>
                  </a:lnTo>
                  <a:lnTo>
                    <a:pt x="1220172" y="2300302"/>
                  </a:lnTo>
                  <a:lnTo>
                    <a:pt x="1260430" y="2321641"/>
                  </a:lnTo>
                  <a:lnTo>
                    <a:pt x="1301256" y="2342022"/>
                  </a:lnTo>
                  <a:lnTo>
                    <a:pt x="1342636" y="2361432"/>
                  </a:lnTo>
                  <a:lnTo>
                    <a:pt x="1384555" y="2379855"/>
                  </a:lnTo>
                  <a:lnTo>
                    <a:pt x="1426998" y="2397276"/>
                  </a:lnTo>
                  <a:lnTo>
                    <a:pt x="1469951" y="2413681"/>
                  </a:lnTo>
                  <a:lnTo>
                    <a:pt x="1513399" y="2429054"/>
                  </a:lnTo>
                  <a:lnTo>
                    <a:pt x="1557327" y="2443382"/>
                  </a:lnTo>
                  <a:lnTo>
                    <a:pt x="1601720" y="2456648"/>
                  </a:lnTo>
                  <a:lnTo>
                    <a:pt x="1646564" y="2468839"/>
                  </a:lnTo>
                  <a:lnTo>
                    <a:pt x="1691843" y="2479939"/>
                  </a:lnTo>
                  <a:lnTo>
                    <a:pt x="1737544" y="2489934"/>
                  </a:lnTo>
                  <a:lnTo>
                    <a:pt x="1783650" y="2498809"/>
                  </a:lnTo>
                  <a:lnTo>
                    <a:pt x="1830148" y="2506548"/>
                  </a:lnTo>
                  <a:lnTo>
                    <a:pt x="1877023" y="2513137"/>
                  </a:lnTo>
                  <a:lnTo>
                    <a:pt x="1924260" y="2518562"/>
                  </a:lnTo>
                  <a:lnTo>
                    <a:pt x="1971844" y="2522807"/>
                  </a:lnTo>
                  <a:lnTo>
                    <a:pt x="2019760" y="2525857"/>
                  </a:lnTo>
                  <a:lnTo>
                    <a:pt x="2067994" y="2527698"/>
                  </a:lnTo>
                  <a:lnTo>
                    <a:pt x="2116531" y="2528316"/>
                  </a:lnTo>
                  <a:lnTo>
                    <a:pt x="2169600" y="2527578"/>
                  </a:lnTo>
                  <a:lnTo>
                    <a:pt x="2222306" y="2525377"/>
                  </a:lnTo>
                  <a:lnTo>
                    <a:pt x="2274629" y="2521733"/>
                  </a:lnTo>
                  <a:lnTo>
                    <a:pt x="2326550" y="2516664"/>
                  </a:lnTo>
                  <a:lnTo>
                    <a:pt x="2378049" y="2510191"/>
                  </a:lnTo>
                  <a:lnTo>
                    <a:pt x="2429108" y="2502333"/>
                  </a:lnTo>
                  <a:lnTo>
                    <a:pt x="2479706" y="2493110"/>
                  </a:lnTo>
                  <a:lnTo>
                    <a:pt x="2529824" y="2482540"/>
                  </a:lnTo>
                  <a:lnTo>
                    <a:pt x="2579443" y="2470643"/>
                  </a:lnTo>
                  <a:lnTo>
                    <a:pt x="2628543" y="2457439"/>
                  </a:lnTo>
                  <a:lnTo>
                    <a:pt x="2677105" y="2442947"/>
                  </a:lnTo>
                  <a:lnTo>
                    <a:pt x="2725110" y="2427187"/>
                  </a:lnTo>
                  <a:lnTo>
                    <a:pt x="2772539" y="2410177"/>
                  </a:lnTo>
                  <a:lnTo>
                    <a:pt x="2819371" y="2391938"/>
                  </a:lnTo>
                  <a:lnTo>
                    <a:pt x="2865588" y="2372489"/>
                  </a:lnTo>
                  <a:lnTo>
                    <a:pt x="2911170" y="2351849"/>
                  </a:lnTo>
                  <a:lnTo>
                    <a:pt x="2941320" y="2336571"/>
                  </a:lnTo>
                  <a:lnTo>
                    <a:pt x="2203945" y="2049526"/>
                  </a:lnTo>
                  <a:lnTo>
                    <a:pt x="2321775" y="1286535"/>
                  </a:lnTo>
                  <a:lnTo>
                    <a:pt x="2269266" y="1301200"/>
                  </a:lnTo>
                  <a:lnTo>
                    <a:pt x="2219523" y="1310773"/>
                  </a:lnTo>
                  <a:lnTo>
                    <a:pt x="2168563" y="1316621"/>
                  </a:lnTo>
                  <a:lnTo>
                    <a:pt x="2116531" y="1318602"/>
                  </a:lnTo>
                  <a:lnTo>
                    <a:pt x="2066947" y="1316804"/>
                  </a:lnTo>
                  <a:lnTo>
                    <a:pt x="2018333" y="1311493"/>
                  </a:lnTo>
                  <a:lnTo>
                    <a:pt x="1970813" y="1302793"/>
                  </a:lnTo>
                  <a:lnTo>
                    <a:pt x="1924510" y="1290828"/>
                  </a:lnTo>
                  <a:lnTo>
                    <a:pt x="1879549" y="1275724"/>
                  </a:lnTo>
                  <a:lnTo>
                    <a:pt x="1836052" y="1257604"/>
                  </a:lnTo>
                  <a:lnTo>
                    <a:pt x="1794145" y="1236594"/>
                  </a:lnTo>
                  <a:lnTo>
                    <a:pt x="1753951" y="1212817"/>
                  </a:lnTo>
                  <a:lnTo>
                    <a:pt x="1715594" y="1186398"/>
                  </a:lnTo>
                  <a:lnTo>
                    <a:pt x="1679198" y="1157462"/>
                  </a:lnTo>
                  <a:lnTo>
                    <a:pt x="1644886" y="1126132"/>
                  </a:lnTo>
                  <a:lnTo>
                    <a:pt x="1612783" y="1092534"/>
                  </a:lnTo>
                  <a:lnTo>
                    <a:pt x="1583013" y="1056793"/>
                  </a:lnTo>
                  <a:lnTo>
                    <a:pt x="1555699" y="1019031"/>
                  </a:lnTo>
                  <a:lnTo>
                    <a:pt x="1530965" y="979374"/>
                  </a:lnTo>
                  <a:lnTo>
                    <a:pt x="1508935" y="937947"/>
                  </a:lnTo>
                  <a:lnTo>
                    <a:pt x="1489733" y="894874"/>
                  </a:lnTo>
                  <a:lnTo>
                    <a:pt x="1473484" y="850279"/>
                  </a:lnTo>
                  <a:lnTo>
                    <a:pt x="1460310" y="804287"/>
                  </a:lnTo>
                  <a:lnTo>
                    <a:pt x="1450335" y="757022"/>
                  </a:lnTo>
                  <a:lnTo>
                    <a:pt x="1443685" y="708609"/>
                  </a:lnTo>
                  <a:lnTo>
                    <a:pt x="1442123" y="677684"/>
                  </a:lnTo>
                  <a:lnTo>
                    <a:pt x="1676882" y="677684"/>
                  </a:lnTo>
                  <a:lnTo>
                    <a:pt x="838441" y="0"/>
                  </a:lnTo>
                  <a:close/>
                </a:path>
              </a:pathLst>
            </a:custGeom>
            <a:solidFill>
              <a:srgbClr val="AFAC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92176" y="1653868"/>
            <a:ext cx="95313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5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Calisto MT"/>
                <a:cs typeface="Calisto MT"/>
              </a:rPr>
              <a:t>URL</a:t>
            </a:r>
            <a:endParaRPr sz="1800">
              <a:latin typeface="Calisto MT"/>
              <a:cs typeface="Calisto MT"/>
            </a:endParaRPr>
          </a:p>
          <a:p>
            <a:pPr algn="ctr">
              <a:lnSpc>
                <a:spcPts val="2050"/>
              </a:lnSpc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rewriting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202333" y="2955517"/>
            <a:ext cx="76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Hidden field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9456" y="3861001"/>
            <a:ext cx="756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Cookie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10836" y="2738484"/>
            <a:ext cx="99060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162560" algn="just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latin typeface="Calisto MT"/>
                <a:cs typeface="Calisto MT"/>
              </a:rPr>
              <a:t>Session Tracking </a:t>
            </a:r>
            <a:r>
              <a:rPr sz="1600" spc="-30" dirty="0">
                <a:latin typeface="Calisto MT"/>
                <a:cs typeface="Calisto MT"/>
              </a:rPr>
              <a:t>Techniques</a:t>
            </a:r>
            <a:endParaRPr sz="16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07" y="79546"/>
            <a:ext cx="2365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URL</a:t>
            </a:r>
            <a:r>
              <a:rPr spc="-60" dirty="0"/>
              <a:t> </a:t>
            </a:r>
            <a:r>
              <a:rPr spc="-10" dirty="0"/>
              <a:t>Rewriting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0716" y="1368552"/>
            <a:ext cx="6947915" cy="23454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93180" y="806291"/>
            <a:ext cx="2590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URL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Rewriting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Technique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3392" y="4062984"/>
            <a:ext cx="2647187" cy="21595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89018" y="4729178"/>
            <a:ext cx="2256790" cy="7753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065" marR="5080" indent="-2540" algn="ctr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Adds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extra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dirty="0">
                <a:latin typeface="Calisto MT"/>
                <a:cs typeface="Calisto MT"/>
              </a:rPr>
              <a:t>end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URL 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identify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session.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31079" y="4062984"/>
            <a:ext cx="2647187" cy="215950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33280" y="4729178"/>
            <a:ext cx="2043430" cy="7753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-1270" algn="ctr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Lowest</a:t>
            </a:r>
            <a:r>
              <a:rPr sz="1800" spc="-10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priority </a:t>
            </a:r>
            <a:r>
              <a:rPr sz="1800" dirty="0">
                <a:latin typeface="Calisto MT"/>
                <a:cs typeface="Calisto MT"/>
              </a:rPr>
              <a:t>technique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session management.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68768" y="4062984"/>
            <a:ext cx="2647186" cy="21595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822991" y="4966667"/>
            <a:ext cx="233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Alternative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Cookies.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Hidden</a:t>
            </a:r>
            <a:r>
              <a:rPr spc="-105" dirty="0"/>
              <a:t> </a:t>
            </a:r>
            <a:r>
              <a:rPr dirty="0"/>
              <a:t>Form</a:t>
            </a:r>
            <a:r>
              <a:rPr spc="-114" dirty="0"/>
              <a:t> </a:t>
            </a:r>
            <a:r>
              <a:rPr spc="-10" dirty="0"/>
              <a:t>Fields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6869" y="1684403"/>
            <a:ext cx="3949700" cy="699135"/>
            <a:chOff x="856869" y="1684403"/>
            <a:chExt cx="3949700" cy="699135"/>
          </a:xfrm>
        </p:grpSpPr>
        <p:sp>
          <p:nvSpPr>
            <p:cNvPr id="4" name="object 4"/>
            <p:cNvSpPr/>
            <p:nvPr/>
          </p:nvSpPr>
          <p:spPr>
            <a:xfrm>
              <a:off x="866394" y="1945386"/>
              <a:ext cx="3930650" cy="428625"/>
            </a:xfrm>
            <a:custGeom>
              <a:avLst/>
              <a:gdLst/>
              <a:ahLst/>
              <a:cxnLst/>
              <a:rect l="l" t="t" r="r" b="b"/>
              <a:pathLst>
                <a:path w="3930650" h="428625">
                  <a:moveTo>
                    <a:pt x="0" y="0"/>
                  </a:moveTo>
                  <a:lnTo>
                    <a:pt x="3930396" y="0"/>
                  </a:lnTo>
                  <a:lnTo>
                    <a:pt x="3930396" y="428243"/>
                  </a:lnTo>
                  <a:lnTo>
                    <a:pt x="0" y="42824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3282" y="1693928"/>
              <a:ext cx="3462654" cy="502920"/>
            </a:xfrm>
            <a:custGeom>
              <a:avLst/>
              <a:gdLst/>
              <a:ahLst/>
              <a:cxnLst/>
              <a:rect l="l" t="t" r="r" b="b"/>
              <a:pathLst>
                <a:path w="3462654" h="502919">
                  <a:moveTo>
                    <a:pt x="3378708" y="0"/>
                  </a:moveTo>
                  <a:lnTo>
                    <a:pt x="83820" y="0"/>
                  </a:lnTo>
                  <a:lnTo>
                    <a:pt x="51193" y="6587"/>
                  </a:lnTo>
                  <a:lnTo>
                    <a:pt x="24550" y="24550"/>
                  </a:lnTo>
                  <a:lnTo>
                    <a:pt x="6587" y="51193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87" y="451726"/>
                  </a:lnTo>
                  <a:lnTo>
                    <a:pt x="24550" y="478369"/>
                  </a:lnTo>
                  <a:lnTo>
                    <a:pt x="51193" y="496332"/>
                  </a:lnTo>
                  <a:lnTo>
                    <a:pt x="83820" y="502920"/>
                  </a:lnTo>
                  <a:lnTo>
                    <a:pt x="3378708" y="502920"/>
                  </a:lnTo>
                  <a:lnTo>
                    <a:pt x="3411334" y="496332"/>
                  </a:lnTo>
                  <a:lnTo>
                    <a:pt x="3437977" y="478369"/>
                  </a:lnTo>
                  <a:lnTo>
                    <a:pt x="3455940" y="451726"/>
                  </a:lnTo>
                  <a:lnTo>
                    <a:pt x="3462528" y="419100"/>
                  </a:lnTo>
                  <a:lnTo>
                    <a:pt x="3462528" y="83820"/>
                  </a:lnTo>
                  <a:lnTo>
                    <a:pt x="3455940" y="51193"/>
                  </a:lnTo>
                  <a:lnTo>
                    <a:pt x="3437977" y="24550"/>
                  </a:lnTo>
                  <a:lnTo>
                    <a:pt x="3411334" y="6587"/>
                  </a:lnTo>
                  <a:lnTo>
                    <a:pt x="3378708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3282" y="1693928"/>
              <a:ext cx="3462654" cy="502920"/>
            </a:xfrm>
            <a:custGeom>
              <a:avLst/>
              <a:gdLst/>
              <a:ahLst/>
              <a:cxnLst/>
              <a:rect l="l" t="t" r="r" b="b"/>
              <a:pathLst>
                <a:path w="3462654" h="502919">
                  <a:moveTo>
                    <a:pt x="0" y="83820"/>
                  </a:moveTo>
                  <a:lnTo>
                    <a:pt x="6587" y="51193"/>
                  </a:lnTo>
                  <a:lnTo>
                    <a:pt x="24550" y="24550"/>
                  </a:lnTo>
                  <a:lnTo>
                    <a:pt x="51193" y="6587"/>
                  </a:lnTo>
                  <a:lnTo>
                    <a:pt x="83820" y="0"/>
                  </a:lnTo>
                  <a:lnTo>
                    <a:pt x="3378708" y="0"/>
                  </a:lnTo>
                  <a:lnTo>
                    <a:pt x="3411334" y="6587"/>
                  </a:lnTo>
                  <a:lnTo>
                    <a:pt x="3437977" y="24550"/>
                  </a:lnTo>
                  <a:lnTo>
                    <a:pt x="3455940" y="51193"/>
                  </a:lnTo>
                  <a:lnTo>
                    <a:pt x="3462528" y="83820"/>
                  </a:lnTo>
                  <a:lnTo>
                    <a:pt x="3462528" y="419100"/>
                  </a:lnTo>
                  <a:lnTo>
                    <a:pt x="3455940" y="451726"/>
                  </a:lnTo>
                  <a:lnTo>
                    <a:pt x="3437977" y="478369"/>
                  </a:lnTo>
                  <a:lnTo>
                    <a:pt x="3411334" y="496332"/>
                  </a:lnTo>
                  <a:lnTo>
                    <a:pt x="3378708" y="502920"/>
                  </a:lnTo>
                  <a:lnTo>
                    <a:pt x="83820" y="502920"/>
                  </a:lnTo>
                  <a:lnTo>
                    <a:pt x="51193" y="496332"/>
                  </a:lnTo>
                  <a:lnTo>
                    <a:pt x="24550" y="478369"/>
                  </a:lnTo>
                  <a:lnTo>
                    <a:pt x="6587" y="451726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3343" y="1778449"/>
            <a:ext cx="277939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Placed</a:t>
            </a:r>
            <a:r>
              <a:rPr sz="17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within</a:t>
            </a:r>
            <a:r>
              <a:rPr sz="17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an</a:t>
            </a:r>
            <a:r>
              <a:rPr sz="17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HTML</a:t>
            </a:r>
            <a:r>
              <a:rPr sz="17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sto MT"/>
                <a:cs typeface="Calisto MT"/>
              </a:rPr>
              <a:t>form</a:t>
            </a:r>
            <a:endParaRPr sz="17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6869" y="2455546"/>
            <a:ext cx="3949700" cy="714375"/>
            <a:chOff x="856869" y="2455546"/>
            <a:chExt cx="3949700" cy="714375"/>
          </a:xfrm>
        </p:grpSpPr>
        <p:sp>
          <p:nvSpPr>
            <p:cNvPr id="9" name="object 9"/>
            <p:cNvSpPr/>
            <p:nvPr/>
          </p:nvSpPr>
          <p:spPr>
            <a:xfrm>
              <a:off x="866394" y="2731769"/>
              <a:ext cx="3930650" cy="428625"/>
            </a:xfrm>
            <a:custGeom>
              <a:avLst/>
              <a:gdLst/>
              <a:ahLst/>
              <a:cxnLst/>
              <a:rect l="l" t="t" r="r" b="b"/>
              <a:pathLst>
                <a:path w="3930650" h="428625">
                  <a:moveTo>
                    <a:pt x="0" y="0"/>
                  </a:moveTo>
                  <a:lnTo>
                    <a:pt x="3930396" y="0"/>
                  </a:lnTo>
                  <a:lnTo>
                    <a:pt x="3930396" y="428244"/>
                  </a:lnTo>
                  <a:lnTo>
                    <a:pt x="0" y="428244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3DC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3282" y="2465071"/>
              <a:ext cx="3462654" cy="502920"/>
            </a:xfrm>
            <a:custGeom>
              <a:avLst/>
              <a:gdLst/>
              <a:ahLst/>
              <a:cxnLst/>
              <a:rect l="l" t="t" r="r" b="b"/>
              <a:pathLst>
                <a:path w="3462654" h="502919">
                  <a:moveTo>
                    <a:pt x="3378708" y="0"/>
                  </a:moveTo>
                  <a:lnTo>
                    <a:pt x="83820" y="0"/>
                  </a:lnTo>
                  <a:lnTo>
                    <a:pt x="51193" y="6587"/>
                  </a:lnTo>
                  <a:lnTo>
                    <a:pt x="24550" y="24550"/>
                  </a:lnTo>
                  <a:lnTo>
                    <a:pt x="6587" y="51193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87" y="451726"/>
                  </a:lnTo>
                  <a:lnTo>
                    <a:pt x="24550" y="478369"/>
                  </a:lnTo>
                  <a:lnTo>
                    <a:pt x="51193" y="496332"/>
                  </a:lnTo>
                  <a:lnTo>
                    <a:pt x="83820" y="502920"/>
                  </a:lnTo>
                  <a:lnTo>
                    <a:pt x="3378708" y="502920"/>
                  </a:lnTo>
                  <a:lnTo>
                    <a:pt x="3411334" y="496332"/>
                  </a:lnTo>
                  <a:lnTo>
                    <a:pt x="3437977" y="478369"/>
                  </a:lnTo>
                  <a:lnTo>
                    <a:pt x="3455940" y="451726"/>
                  </a:lnTo>
                  <a:lnTo>
                    <a:pt x="3462528" y="419100"/>
                  </a:lnTo>
                  <a:lnTo>
                    <a:pt x="3462528" y="83820"/>
                  </a:lnTo>
                  <a:lnTo>
                    <a:pt x="3455940" y="51193"/>
                  </a:lnTo>
                  <a:lnTo>
                    <a:pt x="3437977" y="24550"/>
                  </a:lnTo>
                  <a:lnTo>
                    <a:pt x="3411334" y="6587"/>
                  </a:lnTo>
                  <a:lnTo>
                    <a:pt x="3378708" y="0"/>
                  </a:lnTo>
                  <a:close/>
                </a:path>
              </a:pathLst>
            </a:custGeom>
            <a:solidFill>
              <a:srgbClr val="3DC0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3282" y="2465071"/>
              <a:ext cx="3462654" cy="502920"/>
            </a:xfrm>
            <a:custGeom>
              <a:avLst/>
              <a:gdLst/>
              <a:ahLst/>
              <a:cxnLst/>
              <a:rect l="l" t="t" r="r" b="b"/>
              <a:pathLst>
                <a:path w="3462654" h="502919">
                  <a:moveTo>
                    <a:pt x="0" y="83820"/>
                  </a:moveTo>
                  <a:lnTo>
                    <a:pt x="6587" y="51193"/>
                  </a:lnTo>
                  <a:lnTo>
                    <a:pt x="24550" y="24550"/>
                  </a:lnTo>
                  <a:lnTo>
                    <a:pt x="51193" y="6587"/>
                  </a:lnTo>
                  <a:lnTo>
                    <a:pt x="83820" y="0"/>
                  </a:lnTo>
                  <a:lnTo>
                    <a:pt x="3378708" y="0"/>
                  </a:lnTo>
                  <a:lnTo>
                    <a:pt x="3411334" y="6587"/>
                  </a:lnTo>
                  <a:lnTo>
                    <a:pt x="3437977" y="24550"/>
                  </a:lnTo>
                  <a:lnTo>
                    <a:pt x="3455940" y="51193"/>
                  </a:lnTo>
                  <a:lnTo>
                    <a:pt x="3462528" y="83820"/>
                  </a:lnTo>
                  <a:lnTo>
                    <a:pt x="3462528" y="419100"/>
                  </a:lnTo>
                  <a:lnTo>
                    <a:pt x="3455940" y="451726"/>
                  </a:lnTo>
                  <a:lnTo>
                    <a:pt x="3437977" y="478369"/>
                  </a:lnTo>
                  <a:lnTo>
                    <a:pt x="3411334" y="496332"/>
                  </a:lnTo>
                  <a:lnTo>
                    <a:pt x="3378708" y="502920"/>
                  </a:lnTo>
                  <a:lnTo>
                    <a:pt x="83820" y="502920"/>
                  </a:lnTo>
                  <a:lnTo>
                    <a:pt x="51193" y="496332"/>
                  </a:lnTo>
                  <a:lnTo>
                    <a:pt x="24550" y="478369"/>
                  </a:lnTo>
                  <a:lnTo>
                    <a:pt x="6587" y="451726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99322" y="2437427"/>
            <a:ext cx="3088640" cy="5092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560705">
              <a:lnSpc>
                <a:spcPts val="1760"/>
              </a:lnSpc>
              <a:spcBef>
                <a:spcPts val="395"/>
              </a:spcBef>
            </a:pP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Either</a:t>
            </a:r>
            <a:r>
              <a:rPr sz="17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7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part</a:t>
            </a:r>
            <a:r>
              <a:rPr sz="17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700" spc="1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sto MT"/>
                <a:cs typeface="Calisto MT"/>
              </a:rPr>
              <a:t>static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HTML/dynamic</a:t>
            </a:r>
            <a:r>
              <a:rPr sz="17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form</a:t>
            </a:r>
            <a:r>
              <a:rPr sz="17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700" spc="1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sto MT"/>
                <a:cs typeface="Calisto MT"/>
              </a:rPr>
              <a:t>servlets</a:t>
            </a:r>
            <a:endParaRPr sz="1700">
              <a:latin typeface="Calisto MT"/>
              <a:cs typeface="Calisto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6869" y="3226691"/>
            <a:ext cx="3949700" cy="699135"/>
            <a:chOff x="856869" y="3226691"/>
            <a:chExt cx="3949700" cy="699135"/>
          </a:xfrm>
        </p:grpSpPr>
        <p:sp>
          <p:nvSpPr>
            <p:cNvPr id="14" name="object 14"/>
            <p:cNvSpPr/>
            <p:nvPr/>
          </p:nvSpPr>
          <p:spPr>
            <a:xfrm>
              <a:off x="866394" y="3487674"/>
              <a:ext cx="3930650" cy="428625"/>
            </a:xfrm>
            <a:custGeom>
              <a:avLst/>
              <a:gdLst/>
              <a:ahLst/>
              <a:cxnLst/>
              <a:rect l="l" t="t" r="r" b="b"/>
              <a:pathLst>
                <a:path w="3930650" h="428625">
                  <a:moveTo>
                    <a:pt x="0" y="0"/>
                  </a:moveTo>
                  <a:lnTo>
                    <a:pt x="3930396" y="0"/>
                  </a:lnTo>
                  <a:lnTo>
                    <a:pt x="3930396" y="428244"/>
                  </a:lnTo>
                  <a:lnTo>
                    <a:pt x="0" y="42824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41C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13282" y="3236216"/>
              <a:ext cx="3462654" cy="501650"/>
            </a:xfrm>
            <a:custGeom>
              <a:avLst/>
              <a:gdLst/>
              <a:ahLst/>
              <a:cxnLst/>
              <a:rect l="l" t="t" r="r" b="b"/>
              <a:pathLst>
                <a:path w="3462654" h="501650">
                  <a:moveTo>
                    <a:pt x="3378962" y="0"/>
                  </a:moveTo>
                  <a:lnTo>
                    <a:pt x="83566" y="0"/>
                  </a:lnTo>
                  <a:lnTo>
                    <a:pt x="51038" y="6567"/>
                  </a:lnTo>
                  <a:lnTo>
                    <a:pt x="24476" y="24476"/>
                  </a:lnTo>
                  <a:lnTo>
                    <a:pt x="6567" y="51038"/>
                  </a:lnTo>
                  <a:lnTo>
                    <a:pt x="0" y="83565"/>
                  </a:lnTo>
                  <a:lnTo>
                    <a:pt x="0" y="417829"/>
                  </a:lnTo>
                  <a:lnTo>
                    <a:pt x="6567" y="450357"/>
                  </a:lnTo>
                  <a:lnTo>
                    <a:pt x="24476" y="476919"/>
                  </a:lnTo>
                  <a:lnTo>
                    <a:pt x="51038" y="494828"/>
                  </a:lnTo>
                  <a:lnTo>
                    <a:pt x="83566" y="501395"/>
                  </a:lnTo>
                  <a:lnTo>
                    <a:pt x="3378962" y="501395"/>
                  </a:lnTo>
                  <a:lnTo>
                    <a:pt x="3411489" y="494828"/>
                  </a:lnTo>
                  <a:lnTo>
                    <a:pt x="3438051" y="476919"/>
                  </a:lnTo>
                  <a:lnTo>
                    <a:pt x="3455960" y="450357"/>
                  </a:lnTo>
                  <a:lnTo>
                    <a:pt x="3462528" y="417829"/>
                  </a:lnTo>
                  <a:lnTo>
                    <a:pt x="3462528" y="83565"/>
                  </a:lnTo>
                  <a:lnTo>
                    <a:pt x="3455960" y="51038"/>
                  </a:lnTo>
                  <a:lnTo>
                    <a:pt x="3438051" y="24476"/>
                  </a:lnTo>
                  <a:lnTo>
                    <a:pt x="3411489" y="6567"/>
                  </a:lnTo>
                  <a:lnTo>
                    <a:pt x="3378962" y="0"/>
                  </a:lnTo>
                  <a:close/>
                </a:path>
              </a:pathLst>
            </a:custGeom>
            <a:solidFill>
              <a:srgbClr val="41C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3282" y="3236216"/>
              <a:ext cx="3462654" cy="501650"/>
            </a:xfrm>
            <a:custGeom>
              <a:avLst/>
              <a:gdLst/>
              <a:ahLst/>
              <a:cxnLst/>
              <a:rect l="l" t="t" r="r" b="b"/>
              <a:pathLst>
                <a:path w="3462654" h="501650">
                  <a:moveTo>
                    <a:pt x="0" y="83565"/>
                  </a:moveTo>
                  <a:lnTo>
                    <a:pt x="6567" y="51038"/>
                  </a:lnTo>
                  <a:lnTo>
                    <a:pt x="24476" y="24476"/>
                  </a:lnTo>
                  <a:lnTo>
                    <a:pt x="51038" y="6567"/>
                  </a:lnTo>
                  <a:lnTo>
                    <a:pt x="83566" y="0"/>
                  </a:lnTo>
                  <a:lnTo>
                    <a:pt x="3378962" y="0"/>
                  </a:lnTo>
                  <a:lnTo>
                    <a:pt x="3411489" y="6567"/>
                  </a:lnTo>
                  <a:lnTo>
                    <a:pt x="3438051" y="24476"/>
                  </a:lnTo>
                  <a:lnTo>
                    <a:pt x="3455960" y="51038"/>
                  </a:lnTo>
                  <a:lnTo>
                    <a:pt x="3462528" y="83565"/>
                  </a:lnTo>
                  <a:lnTo>
                    <a:pt x="3462528" y="417829"/>
                  </a:lnTo>
                  <a:lnTo>
                    <a:pt x="3455960" y="450357"/>
                  </a:lnTo>
                  <a:lnTo>
                    <a:pt x="3438051" y="476919"/>
                  </a:lnTo>
                  <a:lnTo>
                    <a:pt x="3411489" y="494828"/>
                  </a:lnTo>
                  <a:lnTo>
                    <a:pt x="3378962" y="501395"/>
                  </a:lnTo>
                  <a:lnTo>
                    <a:pt x="83566" y="501395"/>
                  </a:lnTo>
                  <a:lnTo>
                    <a:pt x="51038" y="494828"/>
                  </a:lnTo>
                  <a:lnTo>
                    <a:pt x="24476" y="476919"/>
                  </a:lnTo>
                  <a:lnTo>
                    <a:pt x="6567" y="450357"/>
                  </a:lnTo>
                  <a:lnTo>
                    <a:pt x="0" y="417829"/>
                  </a:lnTo>
                  <a:lnTo>
                    <a:pt x="0" y="8356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60995" y="3320689"/>
            <a:ext cx="27647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Used</a:t>
            </a:r>
            <a:r>
              <a:rPr sz="17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7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hold</a:t>
            </a:r>
            <a:r>
              <a:rPr sz="17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any</a:t>
            </a:r>
            <a:r>
              <a:rPr sz="17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kind</a:t>
            </a:r>
            <a:r>
              <a:rPr sz="17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700" spc="1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sto MT"/>
                <a:cs typeface="Calisto MT"/>
              </a:rPr>
              <a:t>data</a:t>
            </a:r>
            <a:endParaRPr sz="1700">
              <a:latin typeface="Calisto MT"/>
              <a:cs typeface="Calisto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56869" y="3997835"/>
            <a:ext cx="3949700" cy="699135"/>
            <a:chOff x="856869" y="3997835"/>
            <a:chExt cx="3949700" cy="699135"/>
          </a:xfrm>
        </p:grpSpPr>
        <p:sp>
          <p:nvSpPr>
            <p:cNvPr id="19" name="object 19"/>
            <p:cNvSpPr/>
            <p:nvPr/>
          </p:nvSpPr>
          <p:spPr>
            <a:xfrm>
              <a:off x="866394" y="4258817"/>
              <a:ext cx="3930650" cy="428625"/>
            </a:xfrm>
            <a:custGeom>
              <a:avLst/>
              <a:gdLst/>
              <a:ahLst/>
              <a:cxnLst/>
              <a:rect l="l" t="t" r="r" b="b"/>
              <a:pathLst>
                <a:path w="3930650" h="428625">
                  <a:moveTo>
                    <a:pt x="0" y="0"/>
                  </a:moveTo>
                  <a:lnTo>
                    <a:pt x="3930396" y="0"/>
                  </a:lnTo>
                  <a:lnTo>
                    <a:pt x="3930396" y="428243"/>
                  </a:lnTo>
                  <a:lnTo>
                    <a:pt x="0" y="42824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7ED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13282" y="4007360"/>
              <a:ext cx="3462654" cy="501650"/>
            </a:xfrm>
            <a:custGeom>
              <a:avLst/>
              <a:gdLst/>
              <a:ahLst/>
              <a:cxnLst/>
              <a:rect l="l" t="t" r="r" b="b"/>
              <a:pathLst>
                <a:path w="3462654" h="501650">
                  <a:moveTo>
                    <a:pt x="3378962" y="0"/>
                  </a:moveTo>
                  <a:lnTo>
                    <a:pt x="83566" y="0"/>
                  </a:lnTo>
                  <a:lnTo>
                    <a:pt x="51038" y="6567"/>
                  </a:lnTo>
                  <a:lnTo>
                    <a:pt x="24476" y="24476"/>
                  </a:lnTo>
                  <a:lnTo>
                    <a:pt x="6567" y="51038"/>
                  </a:lnTo>
                  <a:lnTo>
                    <a:pt x="0" y="83565"/>
                  </a:lnTo>
                  <a:lnTo>
                    <a:pt x="0" y="417829"/>
                  </a:lnTo>
                  <a:lnTo>
                    <a:pt x="6567" y="450357"/>
                  </a:lnTo>
                  <a:lnTo>
                    <a:pt x="24476" y="476919"/>
                  </a:lnTo>
                  <a:lnTo>
                    <a:pt x="51038" y="494828"/>
                  </a:lnTo>
                  <a:lnTo>
                    <a:pt x="83566" y="501395"/>
                  </a:lnTo>
                  <a:lnTo>
                    <a:pt x="3378962" y="501395"/>
                  </a:lnTo>
                  <a:lnTo>
                    <a:pt x="3411489" y="494828"/>
                  </a:lnTo>
                  <a:lnTo>
                    <a:pt x="3438051" y="476919"/>
                  </a:lnTo>
                  <a:lnTo>
                    <a:pt x="3455960" y="450357"/>
                  </a:lnTo>
                  <a:lnTo>
                    <a:pt x="3462528" y="417829"/>
                  </a:lnTo>
                  <a:lnTo>
                    <a:pt x="3462528" y="83565"/>
                  </a:lnTo>
                  <a:lnTo>
                    <a:pt x="3455960" y="51038"/>
                  </a:lnTo>
                  <a:lnTo>
                    <a:pt x="3438051" y="24476"/>
                  </a:lnTo>
                  <a:lnTo>
                    <a:pt x="3411489" y="6567"/>
                  </a:lnTo>
                  <a:lnTo>
                    <a:pt x="3378962" y="0"/>
                  </a:lnTo>
                  <a:close/>
                </a:path>
              </a:pathLst>
            </a:custGeom>
            <a:solidFill>
              <a:srgbClr val="BD7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13282" y="4007360"/>
              <a:ext cx="3462654" cy="501650"/>
            </a:xfrm>
            <a:custGeom>
              <a:avLst/>
              <a:gdLst/>
              <a:ahLst/>
              <a:cxnLst/>
              <a:rect l="l" t="t" r="r" b="b"/>
              <a:pathLst>
                <a:path w="3462654" h="501650">
                  <a:moveTo>
                    <a:pt x="0" y="83565"/>
                  </a:moveTo>
                  <a:lnTo>
                    <a:pt x="6567" y="51038"/>
                  </a:lnTo>
                  <a:lnTo>
                    <a:pt x="24476" y="24476"/>
                  </a:lnTo>
                  <a:lnTo>
                    <a:pt x="51038" y="6567"/>
                  </a:lnTo>
                  <a:lnTo>
                    <a:pt x="83566" y="0"/>
                  </a:lnTo>
                  <a:lnTo>
                    <a:pt x="3378962" y="0"/>
                  </a:lnTo>
                  <a:lnTo>
                    <a:pt x="3411489" y="6567"/>
                  </a:lnTo>
                  <a:lnTo>
                    <a:pt x="3438051" y="24476"/>
                  </a:lnTo>
                  <a:lnTo>
                    <a:pt x="3455960" y="51038"/>
                  </a:lnTo>
                  <a:lnTo>
                    <a:pt x="3462528" y="83565"/>
                  </a:lnTo>
                  <a:lnTo>
                    <a:pt x="3462528" y="417829"/>
                  </a:lnTo>
                  <a:lnTo>
                    <a:pt x="3455960" y="450357"/>
                  </a:lnTo>
                  <a:lnTo>
                    <a:pt x="3438051" y="476919"/>
                  </a:lnTo>
                  <a:lnTo>
                    <a:pt x="3411489" y="494828"/>
                  </a:lnTo>
                  <a:lnTo>
                    <a:pt x="3378962" y="501395"/>
                  </a:lnTo>
                  <a:lnTo>
                    <a:pt x="83566" y="501395"/>
                  </a:lnTo>
                  <a:lnTo>
                    <a:pt x="51038" y="494828"/>
                  </a:lnTo>
                  <a:lnTo>
                    <a:pt x="24476" y="476919"/>
                  </a:lnTo>
                  <a:lnTo>
                    <a:pt x="6567" y="450357"/>
                  </a:lnTo>
                  <a:lnTo>
                    <a:pt x="0" y="417829"/>
                  </a:lnTo>
                  <a:lnTo>
                    <a:pt x="0" y="8356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29803" y="4091809"/>
            <a:ext cx="20275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Not</a:t>
            </a:r>
            <a:r>
              <a:rPr sz="17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visible</a:t>
            </a:r>
            <a:r>
              <a:rPr sz="17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7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700" spc="-20" dirty="0">
                <a:solidFill>
                  <a:srgbClr val="FFFFFF"/>
                </a:solidFill>
                <a:latin typeface="Calisto MT"/>
                <a:cs typeface="Calisto MT"/>
              </a:rPr>
              <a:t> user</a:t>
            </a:r>
            <a:endParaRPr sz="17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6869" y="4768979"/>
            <a:ext cx="3949700" cy="699135"/>
            <a:chOff x="856869" y="4768979"/>
            <a:chExt cx="3949700" cy="699135"/>
          </a:xfrm>
        </p:grpSpPr>
        <p:sp>
          <p:nvSpPr>
            <p:cNvPr id="24" name="object 24"/>
            <p:cNvSpPr/>
            <p:nvPr/>
          </p:nvSpPr>
          <p:spPr>
            <a:xfrm>
              <a:off x="866394" y="5029961"/>
              <a:ext cx="3930650" cy="428625"/>
            </a:xfrm>
            <a:custGeom>
              <a:avLst/>
              <a:gdLst/>
              <a:ahLst/>
              <a:cxnLst/>
              <a:rect l="l" t="t" r="r" b="b"/>
              <a:pathLst>
                <a:path w="3930650" h="428625">
                  <a:moveTo>
                    <a:pt x="0" y="0"/>
                  </a:moveTo>
                  <a:lnTo>
                    <a:pt x="3930396" y="0"/>
                  </a:lnTo>
                  <a:lnTo>
                    <a:pt x="3930396" y="428244"/>
                  </a:lnTo>
                  <a:lnTo>
                    <a:pt x="0" y="42824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13282" y="4778504"/>
              <a:ext cx="3462654" cy="501650"/>
            </a:xfrm>
            <a:custGeom>
              <a:avLst/>
              <a:gdLst/>
              <a:ahLst/>
              <a:cxnLst/>
              <a:rect l="l" t="t" r="r" b="b"/>
              <a:pathLst>
                <a:path w="3462654" h="501650">
                  <a:moveTo>
                    <a:pt x="3378962" y="0"/>
                  </a:moveTo>
                  <a:lnTo>
                    <a:pt x="83566" y="0"/>
                  </a:lnTo>
                  <a:lnTo>
                    <a:pt x="51038" y="6567"/>
                  </a:lnTo>
                  <a:lnTo>
                    <a:pt x="24476" y="24476"/>
                  </a:lnTo>
                  <a:lnTo>
                    <a:pt x="6567" y="51038"/>
                  </a:lnTo>
                  <a:lnTo>
                    <a:pt x="0" y="83566"/>
                  </a:lnTo>
                  <a:lnTo>
                    <a:pt x="0" y="417830"/>
                  </a:lnTo>
                  <a:lnTo>
                    <a:pt x="6567" y="450357"/>
                  </a:lnTo>
                  <a:lnTo>
                    <a:pt x="24476" y="476919"/>
                  </a:lnTo>
                  <a:lnTo>
                    <a:pt x="51038" y="494828"/>
                  </a:lnTo>
                  <a:lnTo>
                    <a:pt x="83566" y="501396"/>
                  </a:lnTo>
                  <a:lnTo>
                    <a:pt x="3378962" y="501396"/>
                  </a:lnTo>
                  <a:lnTo>
                    <a:pt x="3411489" y="494828"/>
                  </a:lnTo>
                  <a:lnTo>
                    <a:pt x="3438051" y="476919"/>
                  </a:lnTo>
                  <a:lnTo>
                    <a:pt x="3455960" y="450357"/>
                  </a:lnTo>
                  <a:lnTo>
                    <a:pt x="3462528" y="417830"/>
                  </a:lnTo>
                  <a:lnTo>
                    <a:pt x="3462528" y="83566"/>
                  </a:lnTo>
                  <a:lnTo>
                    <a:pt x="3455960" y="51038"/>
                  </a:lnTo>
                  <a:lnTo>
                    <a:pt x="3438051" y="24476"/>
                  </a:lnTo>
                  <a:lnTo>
                    <a:pt x="3411489" y="6567"/>
                  </a:lnTo>
                  <a:lnTo>
                    <a:pt x="3378962" y="0"/>
                  </a:lnTo>
                  <a:close/>
                </a:path>
              </a:pathLst>
            </a:custGeom>
            <a:solidFill>
              <a:srgbClr val="DF5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13282" y="4778504"/>
              <a:ext cx="3462654" cy="501650"/>
            </a:xfrm>
            <a:custGeom>
              <a:avLst/>
              <a:gdLst/>
              <a:ahLst/>
              <a:cxnLst/>
              <a:rect l="l" t="t" r="r" b="b"/>
              <a:pathLst>
                <a:path w="3462654" h="501650">
                  <a:moveTo>
                    <a:pt x="0" y="83566"/>
                  </a:moveTo>
                  <a:lnTo>
                    <a:pt x="6567" y="51038"/>
                  </a:lnTo>
                  <a:lnTo>
                    <a:pt x="24476" y="24476"/>
                  </a:lnTo>
                  <a:lnTo>
                    <a:pt x="51038" y="6567"/>
                  </a:lnTo>
                  <a:lnTo>
                    <a:pt x="83566" y="0"/>
                  </a:lnTo>
                  <a:lnTo>
                    <a:pt x="3378962" y="0"/>
                  </a:lnTo>
                  <a:lnTo>
                    <a:pt x="3411489" y="6567"/>
                  </a:lnTo>
                  <a:lnTo>
                    <a:pt x="3438051" y="24476"/>
                  </a:lnTo>
                  <a:lnTo>
                    <a:pt x="3455960" y="51038"/>
                  </a:lnTo>
                  <a:lnTo>
                    <a:pt x="3462528" y="83566"/>
                  </a:lnTo>
                  <a:lnTo>
                    <a:pt x="3462528" y="417830"/>
                  </a:lnTo>
                  <a:lnTo>
                    <a:pt x="3455960" y="450357"/>
                  </a:lnTo>
                  <a:lnTo>
                    <a:pt x="3438051" y="476919"/>
                  </a:lnTo>
                  <a:lnTo>
                    <a:pt x="3411489" y="494828"/>
                  </a:lnTo>
                  <a:lnTo>
                    <a:pt x="3378962" y="501396"/>
                  </a:lnTo>
                  <a:lnTo>
                    <a:pt x="83566" y="501396"/>
                  </a:lnTo>
                  <a:lnTo>
                    <a:pt x="51038" y="494828"/>
                  </a:lnTo>
                  <a:lnTo>
                    <a:pt x="24476" y="476919"/>
                  </a:lnTo>
                  <a:lnTo>
                    <a:pt x="6567" y="450357"/>
                  </a:lnTo>
                  <a:lnTo>
                    <a:pt x="0" y="417830"/>
                  </a:lnTo>
                  <a:lnTo>
                    <a:pt x="0" y="8356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430515" y="4862929"/>
            <a:ext cx="28276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Not</a:t>
            </a:r>
            <a:r>
              <a:rPr sz="17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interpreted</a:t>
            </a:r>
            <a:r>
              <a:rPr sz="17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dirty="0">
                <a:solidFill>
                  <a:srgbClr val="FFFFFF"/>
                </a:solidFill>
                <a:latin typeface="Calisto MT"/>
                <a:cs typeface="Calisto MT"/>
              </a:rPr>
              <a:t>by the</a:t>
            </a:r>
            <a:r>
              <a:rPr sz="17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sto MT"/>
                <a:cs typeface="Calisto MT"/>
              </a:rPr>
              <a:t>browser</a:t>
            </a:r>
            <a:endParaRPr sz="1700">
              <a:latin typeface="Calisto MT"/>
              <a:cs typeface="Calisto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78989" y="758916"/>
            <a:ext cx="240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Hidden</a:t>
            </a:r>
            <a:r>
              <a:rPr sz="1800" spc="-40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Form</a:t>
            </a:r>
            <a:r>
              <a:rPr sz="1800" spc="-35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Fields</a:t>
            </a:r>
            <a:r>
              <a:rPr sz="1800" spc="-50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Calisto MT"/>
                <a:cs typeface="Calisto MT"/>
              </a:rPr>
              <a:t>are: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0408" y="794004"/>
            <a:ext cx="1827275" cy="955547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887070" y="1071124"/>
            <a:ext cx="1153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Advantages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758053" y="1673732"/>
            <a:ext cx="2017395" cy="1170305"/>
            <a:chOff x="5758053" y="1673732"/>
            <a:chExt cx="2017395" cy="1170305"/>
          </a:xfrm>
        </p:grpSpPr>
        <p:sp>
          <p:nvSpPr>
            <p:cNvPr id="32" name="object 32"/>
            <p:cNvSpPr/>
            <p:nvPr/>
          </p:nvSpPr>
          <p:spPr>
            <a:xfrm>
              <a:off x="5767578" y="1683257"/>
              <a:ext cx="174625" cy="654685"/>
            </a:xfrm>
            <a:custGeom>
              <a:avLst/>
              <a:gdLst/>
              <a:ahLst/>
              <a:cxnLst/>
              <a:rect l="l" t="t" r="r" b="b"/>
              <a:pathLst>
                <a:path w="174625" h="654685">
                  <a:moveTo>
                    <a:pt x="0" y="0"/>
                  </a:moveTo>
                  <a:lnTo>
                    <a:pt x="0" y="654672"/>
                  </a:lnTo>
                  <a:lnTo>
                    <a:pt x="174574" y="654672"/>
                  </a:lnTo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96356" y="1883663"/>
              <a:ext cx="1879092" cy="96011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2368" y="2031491"/>
              <a:ext cx="1738883" cy="69951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941314" y="1902715"/>
              <a:ext cx="1789430" cy="871855"/>
            </a:xfrm>
            <a:custGeom>
              <a:avLst/>
              <a:gdLst/>
              <a:ahLst/>
              <a:cxnLst/>
              <a:rect l="l" t="t" r="r" b="b"/>
              <a:pathLst>
                <a:path w="1789429" h="871855">
                  <a:moveTo>
                    <a:pt x="1702003" y="0"/>
                  </a:moveTo>
                  <a:lnTo>
                    <a:pt x="87172" y="0"/>
                  </a:lnTo>
                  <a:lnTo>
                    <a:pt x="53240" y="6850"/>
                  </a:lnTo>
                  <a:lnTo>
                    <a:pt x="25531" y="25531"/>
                  </a:lnTo>
                  <a:lnTo>
                    <a:pt x="6850" y="53240"/>
                  </a:lnTo>
                  <a:lnTo>
                    <a:pt x="0" y="87172"/>
                  </a:lnTo>
                  <a:lnTo>
                    <a:pt x="0" y="784555"/>
                  </a:lnTo>
                  <a:lnTo>
                    <a:pt x="6850" y="818487"/>
                  </a:lnTo>
                  <a:lnTo>
                    <a:pt x="25531" y="846196"/>
                  </a:lnTo>
                  <a:lnTo>
                    <a:pt x="53240" y="864877"/>
                  </a:lnTo>
                  <a:lnTo>
                    <a:pt x="87172" y="871727"/>
                  </a:lnTo>
                  <a:lnTo>
                    <a:pt x="1702003" y="871727"/>
                  </a:lnTo>
                  <a:lnTo>
                    <a:pt x="1735935" y="864877"/>
                  </a:lnTo>
                  <a:lnTo>
                    <a:pt x="1763644" y="846196"/>
                  </a:lnTo>
                  <a:lnTo>
                    <a:pt x="1782325" y="818487"/>
                  </a:lnTo>
                  <a:lnTo>
                    <a:pt x="1789176" y="784555"/>
                  </a:lnTo>
                  <a:lnTo>
                    <a:pt x="1789176" y="87172"/>
                  </a:lnTo>
                  <a:lnTo>
                    <a:pt x="1782325" y="53240"/>
                  </a:lnTo>
                  <a:lnTo>
                    <a:pt x="1763644" y="25531"/>
                  </a:lnTo>
                  <a:lnTo>
                    <a:pt x="1735935" y="6850"/>
                  </a:lnTo>
                  <a:lnTo>
                    <a:pt x="170200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1314" y="1902715"/>
              <a:ext cx="1789430" cy="871855"/>
            </a:xfrm>
            <a:custGeom>
              <a:avLst/>
              <a:gdLst/>
              <a:ahLst/>
              <a:cxnLst/>
              <a:rect l="l" t="t" r="r" b="b"/>
              <a:pathLst>
                <a:path w="1789429" h="871855">
                  <a:moveTo>
                    <a:pt x="0" y="87172"/>
                  </a:moveTo>
                  <a:lnTo>
                    <a:pt x="6850" y="53240"/>
                  </a:lnTo>
                  <a:lnTo>
                    <a:pt x="25531" y="25531"/>
                  </a:lnTo>
                  <a:lnTo>
                    <a:pt x="53240" y="6850"/>
                  </a:lnTo>
                  <a:lnTo>
                    <a:pt x="87172" y="0"/>
                  </a:lnTo>
                  <a:lnTo>
                    <a:pt x="1702003" y="0"/>
                  </a:lnTo>
                  <a:lnTo>
                    <a:pt x="1735935" y="6850"/>
                  </a:lnTo>
                  <a:lnTo>
                    <a:pt x="1763644" y="25531"/>
                  </a:lnTo>
                  <a:lnTo>
                    <a:pt x="1782325" y="53240"/>
                  </a:lnTo>
                  <a:lnTo>
                    <a:pt x="1789176" y="87172"/>
                  </a:lnTo>
                  <a:lnTo>
                    <a:pt x="1789176" y="784555"/>
                  </a:lnTo>
                  <a:lnTo>
                    <a:pt x="1782325" y="818487"/>
                  </a:lnTo>
                  <a:lnTo>
                    <a:pt x="1763644" y="846196"/>
                  </a:lnTo>
                  <a:lnTo>
                    <a:pt x="1735935" y="864877"/>
                  </a:lnTo>
                  <a:lnTo>
                    <a:pt x="1702003" y="871727"/>
                  </a:lnTo>
                  <a:lnTo>
                    <a:pt x="87172" y="871727"/>
                  </a:lnTo>
                  <a:lnTo>
                    <a:pt x="53240" y="864877"/>
                  </a:lnTo>
                  <a:lnTo>
                    <a:pt x="25531" y="846196"/>
                  </a:lnTo>
                  <a:lnTo>
                    <a:pt x="6850" y="818487"/>
                  </a:lnTo>
                  <a:lnTo>
                    <a:pt x="0" y="784555"/>
                  </a:lnTo>
                  <a:lnTo>
                    <a:pt x="0" y="87172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136429" y="2076007"/>
            <a:ext cx="1397635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20040" marR="5080" indent="-307975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latin typeface="Calisto MT"/>
                <a:cs typeface="Calisto MT"/>
              </a:rPr>
              <a:t>Supported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in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all </a:t>
            </a:r>
            <a:r>
              <a:rPr sz="1600" spc="-10" dirty="0">
                <a:latin typeface="Calisto MT"/>
                <a:cs typeface="Calisto MT"/>
              </a:rPr>
              <a:t>browsers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758053" y="1673732"/>
            <a:ext cx="2035810" cy="2261235"/>
            <a:chOff x="5758053" y="1673732"/>
            <a:chExt cx="2035810" cy="2261235"/>
          </a:xfrm>
        </p:grpSpPr>
        <p:sp>
          <p:nvSpPr>
            <p:cNvPr id="39" name="object 39"/>
            <p:cNvSpPr/>
            <p:nvPr/>
          </p:nvSpPr>
          <p:spPr>
            <a:xfrm>
              <a:off x="5767578" y="1683257"/>
              <a:ext cx="174625" cy="1746250"/>
            </a:xfrm>
            <a:custGeom>
              <a:avLst/>
              <a:gdLst/>
              <a:ahLst/>
              <a:cxnLst/>
              <a:rect l="l" t="t" r="r" b="b"/>
              <a:pathLst>
                <a:path w="174625" h="1746250">
                  <a:moveTo>
                    <a:pt x="0" y="0"/>
                  </a:moveTo>
                  <a:lnTo>
                    <a:pt x="0" y="1745780"/>
                  </a:lnTo>
                  <a:lnTo>
                    <a:pt x="174574" y="1745780"/>
                  </a:lnTo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6356" y="2974847"/>
              <a:ext cx="1868423" cy="96011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7692" y="3015995"/>
              <a:ext cx="1876043" cy="91287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941314" y="2993897"/>
              <a:ext cx="1778635" cy="871855"/>
            </a:xfrm>
            <a:custGeom>
              <a:avLst/>
              <a:gdLst/>
              <a:ahLst/>
              <a:cxnLst/>
              <a:rect l="l" t="t" r="r" b="b"/>
              <a:pathLst>
                <a:path w="1778634" h="871854">
                  <a:moveTo>
                    <a:pt x="1691335" y="0"/>
                  </a:moveTo>
                  <a:lnTo>
                    <a:pt x="87172" y="0"/>
                  </a:lnTo>
                  <a:lnTo>
                    <a:pt x="53240" y="6850"/>
                  </a:lnTo>
                  <a:lnTo>
                    <a:pt x="25531" y="25531"/>
                  </a:lnTo>
                  <a:lnTo>
                    <a:pt x="6850" y="53240"/>
                  </a:lnTo>
                  <a:lnTo>
                    <a:pt x="0" y="87172"/>
                  </a:lnTo>
                  <a:lnTo>
                    <a:pt x="0" y="784555"/>
                  </a:lnTo>
                  <a:lnTo>
                    <a:pt x="6850" y="818487"/>
                  </a:lnTo>
                  <a:lnTo>
                    <a:pt x="25531" y="846196"/>
                  </a:lnTo>
                  <a:lnTo>
                    <a:pt x="53240" y="864877"/>
                  </a:lnTo>
                  <a:lnTo>
                    <a:pt x="87172" y="871727"/>
                  </a:lnTo>
                  <a:lnTo>
                    <a:pt x="1691335" y="871727"/>
                  </a:lnTo>
                  <a:lnTo>
                    <a:pt x="1725267" y="864877"/>
                  </a:lnTo>
                  <a:lnTo>
                    <a:pt x="1752976" y="846196"/>
                  </a:lnTo>
                  <a:lnTo>
                    <a:pt x="1771657" y="818487"/>
                  </a:lnTo>
                  <a:lnTo>
                    <a:pt x="1778508" y="784555"/>
                  </a:lnTo>
                  <a:lnTo>
                    <a:pt x="1778508" y="87172"/>
                  </a:lnTo>
                  <a:lnTo>
                    <a:pt x="1771657" y="53240"/>
                  </a:lnTo>
                  <a:lnTo>
                    <a:pt x="1752976" y="25531"/>
                  </a:lnTo>
                  <a:lnTo>
                    <a:pt x="1725267" y="6850"/>
                  </a:lnTo>
                  <a:lnTo>
                    <a:pt x="16913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41314" y="2993897"/>
              <a:ext cx="1778635" cy="871855"/>
            </a:xfrm>
            <a:custGeom>
              <a:avLst/>
              <a:gdLst/>
              <a:ahLst/>
              <a:cxnLst/>
              <a:rect l="l" t="t" r="r" b="b"/>
              <a:pathLst>
                <a:path w="1778634" h="871854">
                  <a:moveTo>
                    <a:pt x="0" y="87172"/>
                  </a:moveTo>
                  <a:lnTo>
                    <a:pt x="6850" y="53240"/>
                  </a:lnTo>
                  <a:lnTo>
                    <a:pt x="25531" y="25531"/>
                  </a:lnTo>
                  <a:lnTo>
                    <a:pt x="53240" y="6850"/>
                  </a:lnTo>
                  <a:lnTo>
                    <a:pt x="87172" y="0"/>
                  </a:lnTo>
                  <a:lnTo>
                    <a:pt x="1691335" y="0"/>
                  </a:lnTo>
                  <a:lnTo>
                    <a:pt x="1725267" y="6850"/>
                  </a:lnTo>
                  <a:lnTo>
                    <a:pt x="1752976" y="25531"/>
                  </a:lnTo>
                  <a:lnTo>
                    <a:pt x="1771657" y="53240"/>
                  </a:lnTo>
                  <a:lnTo>
                    <a:pt x="1778508" y="87172"/>
                  </a:lnTo>
                  <a:lnTo>
                    <a:pt x="1778508" y="784555"/>
                  </a:lnTo>
                  <a:lnTo>
                    <a:pt x="1771657" y="818487"/>
                  </a:lnTo>
                  <a:lnTo>
                    <a:pt x="1752976" y="846196"/>
                  </a:lnTo>
                  <a:lnTo>
                    <a:pt x="1725267" y="864877"/>
                  </a:lnTo>
                  <a:lnTo>
                    <a:pt x="1691335" y="871727"/>
                  </a:lnTo>
                  <a:lnTo>
                    <a:pt x="87172" y="871727"/>
                  </a:lnTo>
                  <a:lnTo>
                    <a:pt x="53240" y="864877"/>
                  </a:lnTo>
                  <a:lnTo>
                    <a:pt x="25531" y="846196"/>
                  </a:lnTo>
                  <a:lnTo>
                    <a:pt x="6850" y="818487"/>
                  </a:lnTo>
                  <a:lnTo>
                    <a:pt x="0" y="784555"/>
                  </a:lnTo>
                  <a:lnTo>
                    <a:pt x="0" y="87172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61678" y="3061588"/>
            <a:ext cx="1534160" cy="6908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ctr">
              <a:lnSpc>
                <a:spcPct val="86600"/>
              </a:lnSpc>
              <a:spcBef>
                <a:spcPts val="350"/>
              </a:spcBef>
            </a:pPr>
            <a:r>
              <a:rPr sz="1600" dirty="0">
                <a:latin typeface="Calisto MT"/>
                <a:cs typeface="Calisto MT"/>
              </a:rPr>
              <a:t>No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special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server </a:t>
            </a:r>
            <a:r>
              <a:rPr sz="1600" dirty="0">
                <a:latin typeface="Calisto MT"/>
                <a:cs typeface="Calisto MT"/>
              </a:rPr>
              <a:t>requirement</a:t>
            </a:r>
            <a:r>
              <a:rPr sz="1600" spc="-80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from </a:t>
            </a:r>
            <a:r>
              <a:rPr sz="1600" spc="-10" dirty="0">
                <a:latin typeface="Calisto MT"/>
                <a:cs typeface="Calisto MT"/>
              </a:rPr>
              <a:t>clients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758053" y="1673732"/>
            <a:ext cx="2093595" cy="3352800"/>
            <a:chOff x="5758053" y="1673732"/>
            <a:chExt cx="2093595" cy="3352800"/>
          </a:xfrm>
        </p:grpSpPr>
        <p:sp>
          <p:nvSpPr>
            <p:cNvPr id="46" name="object 46"/>
            <p:cNvSpPr/>
            <p:nvPr/>
          </p:nvSpPr>
          <p:spPr>
            <a:xfrm>
              <a:off x="5767578" y="1683257"/>
              <a:ext cx="174625" cy="2837180"/>
            </a:xfrm>
            <a:custGeom>
              <a:avLst/>
              <a:gdLst/>
              <a:ahLst/>
              <a:cxnLst/>
              <a:rect l="l" t="t" r="r" b="b"/>
              <a:pathLst>
                <a:path w="174625" h="2837179">
                  <a:moveTo>
                    <a:pt x="0" y="0"/>
                  </a:moveTo>
                  <a:lnTo>
                    <a:pt x="0" y="2836900"/>
                  </a:lnTo>
                  <a:lnTo>
                    <a:pt x="174574" y="2836900"/>
                  </a:lnTo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6356" y="4066031"/>
              <a:ext cx="1868423" cy="96011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1304" y="4213860"/>
              <a:ext cx="1990343" cy="69951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941314" y="4085081"/>
              <a:ext cx="1778635" cy="871855"/>
            </a:xfrm>
            <a:custGeom>
              <a:avLst/>
              <a:gdLst/>
              <a:ahLst/>
              <a:cxnLst/>
              <a:rect l="l" t="t" r="r" b="b"/>
              <a:pathLst>
                <a:path w="1778634" h="871854">
                  <a:moveTo>
                    <a:pt x="1691335" y="0"/>
                  </a:moveTo>
                  <a:lnTo>
                    <a:pt x="87172" y="0"/>
                  </a:lnTo>
                  <a:lnTo>
                    <a:pt x="53240" y="6850"/>
                  </a:lnTo>
                  <a:lnTo>
                    <a:pt x="25531" y="25531"/>
                  </a:lnTo>
                  <a:lnTo>
                    <a:pt x="6850" y="53240"/>
                  </a:lnTo>
                  <a:lnTo>
                    <a:pt x="0" y="87172"/>
                  </a:lnTo>
                  <a:lnTo>
                    <a:pt x="0" y="784555"/>
                  </a:lnTo>
                  <a:lnTo>
                    <a:pt x="6850" y="818487"/>
                  </a:lnTo>
                  <a:lnTo>
                    <a:pt x="25531" y="846196"/>
                  </a:lnTo>
                  <a:lnTo>
                    <a:pt x="53240" y="864877"/>
                  </a:lnTo>
                  <a:lnTo>
                    <a:pt x="87172" y="871728"/>
                  </a:lnTo>
                  <a:lnTo>
                    <a:pt x="1691335" y="871728"/>
                  </a:lnTo>
                  <a:lnTo>
                    <a:pt x="1725267" y="864877"/>
                  </a:lnTo>
                  <a:lnTo>
                    <a:pt x="1752976" y="846196"/>
                  </a:lnTo>
                  <a:lnTo>
                    <a:pt x="1771657" y="818487"/>
                  </a:lnTo>
                  <a:lnTo>
                    <a:pt x="1778508" y="784555"/>
                  </a:lnTo>
                  <a:lnTo>
                    <a:pt x="1778508" y="87172"/>
                  </a:lnTo>
                  <a:lnTo>
                    <a:pt x="1771657" y="53240"/>
                  </a:lnTo>
                  <a:lnTo>
                    <a:pt x="1752976" y="25531"/>
                  </a:lnTo>
                  <a:lnTo>
                    <a:pt x="1725267" y="6850"/>
                  </a:lnTo>
                  <a:lnTo>
                    <a:pt x="16913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41314" y="4085081"/>
              <a:ext cx="1778635" cy="871855"/>
            </a:xfrm>
            <a:custGeom>
              <a:avLst/>
              <a:gdLst/>
              <a:ahLst/>
              <a:cxnLst/>
              <a:rect l="l" t="t" r="r" b="b"/>
              <a:pathLst>
                <a:path w="1778634" h="871854">
                  <a:moveTo>
                    <a:pt x="0" y="87172"/>
                  </a:moveTo>
                  <a:lnTo>
                    <a:pt x="6850" y="53240"/>
                  </a:lnTo>
                  <a:lnTo>
                    <a:pt x="25531" y="25531"/>
                  </a:lnTo>
                  <a:lnTo>
                    <a:pt x="53240" y="6850"/>
                  </a:lnTo>
                  <a:lnTo>
                    <a:pt x="87172" y="0"/>
                  </a:lnTo>
                  <a:lnTo>
                    <a:pt x="1691335" y="0"/>
                  </a:lnTo>
                  <a:lnTo>
                    <a:pt x="1725267" y="6850"/>
                  </a:lnTo>
                  <a:lnTo>
                    <a:pt x="1752976" y="25531"/>
                  </a:lnTo>
                  <a:lnTo>
                    <a:pt x="1771657" y="53240"/>
                  </a:lnTo>
                  <a:lnTo>
                    <a:pt x="1778508" y="87172"/>
                  </a:lnTo>
                  <a:lnTo>
                    <a:pt x="1778508" y="784555"/>
                  </a:lnTo>
                  <a:lnTo>
                    <a:pt x="1771657" y="818487"/>
                  </a:lnTo>
                  <a:lnTo>
                    <a:pt x="1752976" y="846196"/>
                  </a:lnTo>
                  <a:lnTo>
                    <a:pt x="1725267" y="864877"/>
                  </a:lnTo>
                  <a:lnTo>
                    <a:pt x="1691335" y="871728"/>
                  </a:lnTo>
                  <a:lnTo>
                    <a:pt x="87172" y="871728"/>
                  </a:lnTo>
                  <a:lnTo>
                    <a:pt x="53240" y="864877"/>
                  </a:lnTo>
                  <a:lnTo>
                    <a:pt x="25531" y="846196"/>
                  </a:lnTo>
                  <a:lnTo>
                    <a:pt x="6850" y="818487"/>
                  </a:lnTo>
                  <a:lnTo>
                    <a:pt x="0" y="784555"/>
                  </a:lnTo>
                  <a:lnTo>
                    <a:pt x="0" y="87172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005374" y="4258242"/>
            <a:ext cx="1648460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76555" marR="5080" indent="-364490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latin typeface="Calisto MT"/>
                <a:cs typeface="Calisto MT"/>
              </a:rPr>
              <a:t>Not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visible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directly </a:t>
            </a:r>
            <a:r>
              <a:rPr sz="1600" dirty="0">
                <a:latin typeface="Calisto MT"/>
                <a:cs typeface="Calisto MT"/>
              </a:rPr>
              <a:t>to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user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758053" y="1673732"/>
            <a:ext cx="2007235" cy="4443730"/>
            <a:chOff x="5758053" y="1673732"/>
            <a:chExt cx="2007235" cy="4443730"/>
          </a:xfrm>
        </p:grpSpPr>
        <p:sp>
          <p:nvSpPr>
            <p:cNvPr id="53" name="object 53"/>
            <p:cNvSpPr/>
            <p:nvPr/>
          </p:nvSpPr>
          <p:spPr>
            <a:xfrm>
              <a:off x="5767578" y="1683257"/>
              <a:ext cx="174625" cy="3928110"/>
            </a:xfrm>
            <a:custGeom>
              <a:avLst/>
              <a:gdLst/>
              <a:ahLst/>
              <a:cxnLst/>
              <a:rect l="l" t="t" r="r" b="b"/>
              <a:pathLst>
                <a:path w="174625" h="3928110">
                  <a:moveTo>
                    <a:pt x="0" y="0"/>
                  </a:moveTo>
                  <a:lnTo>
                    <a:pt x="0" y="3928021"/>
                  </a:lnTo>
                  <a:lnTo>
                    <a:pt x="174574" y="3928021"/>
                  </a:lnTo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6356" y="5157216"/>
              <a:ext cx="1868423" cy="96011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0844" y="5305043"/>
              <a:ext cx="1676399" cy="69951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941314" y="5176266"/>
              <a:ext cx="1778635" cy="871855"/>
            </a:xfrm>
            <a:custGeom>
              <a:avLst/>
              <a:gdLst/>
              <a:ahLst/>
              <a:cxnLst/>
              <a:rect l="l" t="t" r="r" b="b"/>
              <a:pathLst>
                <a:path w="1778634" h="871854">
                  <a:moveTo>
                    <a:pt x="1691335" y="0"/>
                  </a:moveTo>
                  <a:lnTo>
                    <a:pt x="87172" y="0"/>
                  </a:lnTo>
                  <a:lnTo>
                    <a:pt x="53240" y="6850"/>
                  </a:lnTo>
                  <a:lnTo>
                    <a:pt x="25531" y="25531"/>
                  </a:lnTo>
                  <a:lnTo>
                    <a:pt x="6850" y="53240"/>
                  </a:lnTo>
                  <a:lnTo>
                    <a:pt x="0" y="87172"/>
                  </a:lnTo>
                  <a:lnTo>
                    <a:pt x="0" y="784555"/>
                  </a:lnTo>
                  <a:lnTo>
                    <a:pt x="6850" y="818487"/>
                  </a:lnTo>
                  <a:lnTo>
                    <a:pt x="25531" y="846196"/>
                  </a:lnTo>
                  <a:lnTo>
                    <a:pt x="53240" y="864877"/>
                  </a:lnTo>
                  <a:lnTo>
                    <a:pt x="87172" y="871727"/>
                  </a:lnTo>
                  <a:lnTo>
                    <a:pt x="1691335" y="871727"/>
                  </a:lnTo>
                  <a:lnTo>
                    <a:pt x="1725267" y="864877"/>
                  </a:lnTo>
                  <a:lnTo>
                    <a:pt x="1752976" y="846196"/>
                  </a:lnTo>
                  <a:lnTo>
                    <a:pt x="1771657" y="818487"/>
                  </a:lnTo>
                  <a:lnTo>
                    <a:pt x="1778508" y="784555"/>
                  </a:lnTo>
                  <a:lnTo>
                    <a:pt x="1778508" y="87172"/>
                  </a:lnTo>
                  <a:lnTo>
                    <a:pt x="1771657" y="53240"/>
                  </a:lnTo>
                  <a:lnTo>
                    <a:pt x="1752976" y="25531"/>
                  </a:lnTo>
                  <a:lnTo>
                    <a:pt x="1725267" y="6850"/>
                  </a:lnTo>
                  <a:lnTo>
                    <a:pt x="16913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941314" y="5176266"/>
              <a:ext cx="1778635" cy="871855"/>
            </a:xfrm>
            <a:custGeom>
              <a:avLst/>
              <a:gdLst/>
              <a:ahLst/>
              <a:cxnLst/>
              <a:rect l="l" t="t" r="r" b="b"/>
              <a:pathLst>
                <a:path w="1778634" h="871854">
                  <a:moveTo>
                    <a:pt x="0" y="87172"/>
                  </a:moveTo>
                  <a:lnTo>
                    <a:pt x="6850" y="53240"/>
                  </a:lnTo>
                  <a:lnTo>
                    <a:pt x="25531" y="25531"/>
                  </a:lnTo>
                  <a:lnTo>
                    <a:pt x="53240" y="6850"/>
                  </a:lnTo>
                  <a:lnTo>
                    <a:pt x="87172" y="0"/>
                  </a:lnTo>
                  <a:lnTo>
                    <a:pt x="1691335" y="0"/>
                  </a:lnTo>
                  <a:lnTo>
                    <a:pt x="1725267" y="6850"/>
                  </a:lnTo>
                  <a:lnTo>
                    <a:pt x="1752976" y="25531"/>
                  </a:lnTo>
                  <a:lnTo>
                    <a:pt x="1771657" y="53240"/>
                  </a:lnTo>
                  <a:lnTo>
                    <a:pt x="1778508" y="87172"/>
                  </a:lnTo>
                  <a:lnTo>
                    <a:pt x="1778508" y="784555"/>
                  </a:lnTo>
                  <a:lnTo>
                    <a:pt x="1771657" y="818487"/>
                  </a:lnTo>
                  <a:lnTo>
                    <a:pt x="1752976" y="846196"/>
                  </a:lnTo>
                  <a:lnTo>
                    <a:pt x="1725267" y="864877"/>
                  </a:lnTo>
                  <a:lnTo>
                    <a:pt x="1691335" y="871727"/>
                  </a:lnTo>
                  <a:lnTo>
                    <a:pt x="87172" y="871727"/>
                  </a:lnTo>
                  <a:lnTo>
                    <a:pt x="53240" y="864877"/>
                  </a:lnTo>
                  <a:lnTo>
                    <a:pt x="25531" y="846196"/>
                  </a:lnTo>
                  <a:lnTo>
                    <a:pt x="6850" y="818487"/>
                  </a:lnTo>
                  <a:lnTo>
                    <a:pt x="0" y="784555"/>
                  </a:lnTo>
                  <a:lnTo>
                    <a:pt x="0" y="87172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134879" y="5349357"/>
            <a:ext cx="1388110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66675">
              <a:lnSpc>
                <a:spcPts val="1660"/>
              </a:lnSpc>
              <a:spcBef>
                <a:spcPts val="365"/>
              </a:spcBef>
            </a:pPr>
            <a:r>
              <a:rPr sz="1600" spc="-20" dirty="0">
                <a:latin typeface="Calisto MT"/>
                <a:cs typeface="Calisto MT"/>
              </a:rPr>
              <a:t>Works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with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or </a:t>
            </a:r>
            <a:r>
              <a:rPr sz="1600" dirty="0">
                <a:latin typeface="Calisto MT"/>
                <a:cs typeface="Calisto MT"/>
              </a:rPr>
              <a:t>without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cookies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59" name="object 5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0207" y="792479"/>
            <a:ext cx="1828799" cy="957071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7959972" y="1070522"/>
            <a:ext cx="142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Disadvantages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967853" y="1673732"/>
            <a:ext cx="2580005" cy="1170305"/>
            <a:chOff x="7967853" y="1673732"/>
            <a:chExt cx="2580005" cy="1170305"/>
          </a:xfrm>
        </p:grpSpPr>
        <p:sp>
          <p:nvSpPr>
            <p:cNvPr id="62" name="object 62"/>
            <p:cNvSpPr/>
            <p:nvPr/>
          </p:nvSpPr>
          <p:spPr>
            <a:xfrm>
              <a:off x="7977378" y="1683257"/>
              <a:ext cx="190500" cy="655320"/>
            </a:xfrm>
            <a:custGeom>
              <a:avLst/>
              <a:gdLst/>
              <a:ahLst/>
              <a:cxnLst/>
              <a:rect l="l" t="t" r="r" b="b"/>
              <a:pathLst>
                <a:path w="190500" h="655319">
                  <a:moveTo>
                    <a:pt x="0" y="0"/>
                  </a:moveTo>
                  <a:lnTo>
                    <a:pt x="0" y="655269"/>
                  </a:lnTo>
                  <a:lnTo>
                    <a:pt x="189979" y="655269"/>
                  </a:lnTo>
                </a:path>
              </a:pathLst>
            </a:custGeom>
            <a:ln w="1905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21396" y="1883664"/>
              <a:ext cx="2426206" cy="96011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70164" y="2031491"/>
              <a:ext cx="2327147" cy="69951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166354" y="1902715"/>
              <a:ext cx="2336800" cy="871855"/>
            </a:xfrm>
            <a:custGeom>
              <a:avLst/>
              <a:gdLst/>
              <a:ahLst/>
              <a:cxnLst/>
              <a:rect l="l" t="t" r="r" b="b"/>
              <a:pathLst>
                <a:path w="2336800" h="871855">
                  <a:moveTo>
                    <a:pt x="2249119" y="0"/>
                  </a:moveTo>
                  <a:lnTo>
                    <a:pt x="87172" y="0"/>
                  </a:lnTo>
                  <a:lnTo>
                    <a:pt x="53240" y="6850"/>
                  </a:lnTo>
                  <a:lnTo>
                    <a:pt x="25531" y="25531"/>
                  </a:lnTo>
                  <a:lnTo>
                    <a:pt x="6850" y="53240"/>
                  </a:lnTo>
                  <a:lnTo>
                    <a:pt x="0" y="87172"/>
                  </a:lnTo>
                  <a:lnTo>
                    <a:pt x="0" y="784555"/>
                  </a:lnTo>
                  <a:lnTo>
                    <a:pt x="6850" y="818487"/>
                  </a:lnTo>
                  <a:lnTo>
                    <a:pt x="25531" y="846196"/>
                  </a:lnTo>
                  <a:lnTo>
                    <a:pt x="53240" y="864877"/>
                  </a:lnTo>
                  <a:lnTo>
                    <a:pt x="87172" y="871727"/>
                  </a:lnTo>
                  <a:lnTo>
                    <a:pt x="2249119" y="871727"/>
                  </a:lnTo>
                  <a:lnTo>
                    <a:pt x="2283051" y="864877"/>
                  </a:lnTo>
                  <a:lnTo>
                    <a:pt x="2310760" y="846196"/>
                  </a:lnTo>
                  <a:lnTo>
                    <a:pt x="2329441" y="818487"/>
                  </a:lnTo>
                  <a:lnTo>
                    <a:pt x="2336292" y="784555"/>
                  </a:lnTo>
                  <a:lnTo>
                    <a:pt x="2336292" y="87172"/>
                  </a:lnTo>
                  <a:lnTo>
                    <a:pt x="2329441" y="53240"/>
                  </a:lnTo>
                  <a:lnTo>
                    <a:pt x="2310760" y="25531"/>
                  </a:lnTo>
                  <a:lnTo>
                    <a:pt x="2283051" y="6850"/>
                  </a:lnTo>
                  <a:lnTo>
                    <a:pt x="224911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166354" y="1902715"/>
              <a:ext cx="2336800" cy="871855"/>
            </a:xfrm>
            <a:custGeom>
              <a:avLst/>
              <a:gdLst/>
              <a:ahLst/>
              <a:cxnLst/>
              <a:rect l="l" t="t" r="r" b="b"/>
              <a:pathLst>
                <a:path w="2336800" h="871855">
                  <a:moveTo>
                    <a:pt x="0" y="87172"/>
                  </a:moveTo>
                  <a:lnTo>
                    <a:pt x="6850" y="53240"/>
                  </a:lnTo>
                  <a:lnTo>
                    <a:pt x="25531" y="25531"/>
                  </a:lnTo>
                  <a:lnTo>
                    <a:pt x="53240" y="6850"/>
                  </a:lnTo>
                  <a:lnTo>
                    <a:pt x="87172" y="0"/>
                  </a:lnTo>
                  <a:lnTo>
                    <a:pt x="2249119" y="0"/>
                  </a:lnTo>
                  <a:lnTo>
                    <a:pt x="2283051" y="6850"/>
                  </a:lnTo>
                  <a:lnTo>
                    <a:pt x="2310760" y="25531"/>
                  </a:lnTo>
                  <a:lnTo>
                    <a:pt x="2329441" y="53240"/>
                  </a:lnTo>
                  <a:lnTo>
                    <a:pt x="2336292" y="87172"/>
                  </a:lnTo>
                  <a:lnTo>
                    <a:pt x="2336292" y="784555"/>
                  </a:lnTo>
                  <a:lnTo>
                    <a:pt x="2329441" y="818487"/>
                  </a:lnTo>
                  <a:lnTo>
                    <a:pt x="2310760" y="846196"/>
                  </a:lnTo>
                  <a:lnTo>
                    <a:pt x="2283051" y="864877"/>
                  </a:lnTo>
                  <a:lnTo>
                    <a:pt x="2249119" y="871727"/>
                  </a:lnTo>
                  <a:lnTo>
                    <a:pt x="87172" y="871727"/>
                  </a:lnTo>
                  <a:lnTo>
                    <a:pt x="53240" y="864877"/>
                  </a:lnTo>
                  <a:lnTo>
                    <a:pt x="25531" y="846196"/>
                  </a:lnTo>
                  <a:lnTo>
                    <a:pt x="6850" y="818487"/>
                  </a:lnTo>
                  <a:lnTo>
                    <a:pt x="0" y="784555"/>
                  </a:lnTo>
                  <a:lnTo>
                    <a:pt x="0" y="87172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8314535" y="2076007"/>
            <a:ext cx="2038985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92710">
              <a:lnSpc>
                <a:spcPts val="1660"/>
              </a:lnSpc>
              <a:spcBef>
                <a:spcPts val="365"/>
              </a:spcBef>
            </a:pPr>
            <a:r>
              <a:rPr sz="1600" spc="-20" dirty="0">
                <a:latin typeface="Calisto MT"/>
                <a:cs typeface="Calisto MT"/>
              </a:rPr>
              <a:t>Works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only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when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the </a:t>
            </a:r>
            <a:r>
              <a:rPr sz="1600" dirty="0">
                <a:latin typeface="Calisto MT"/>
                <a:cs typeface="Calisto MT"/>
              </a:rPr>
              <a:t>pages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receives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request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Cookies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8895" y="1336166"/>
            <a:ext cx="6785609" cy="2818765"/>
            <a:chOff x="2588895" y="1336166"/>
            <a:chExt cx="6785609" cy="2818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8420" y="1345692"/>
              <a:ext cx="6766558" cy="27995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3657" y="1340929"/>
              <a:ext cx="6776084" cy="2809240"/>
            </a:xfrm>
            <a:custGeom>
              <a:avLst/>
              <a:gdLst/>
              <a:ahLst/>
              <a:cxnLst/>
              <a:rect l="l" t="t" r="r" b="b"/>
              <a:pathLst>
                <a:path w="6776084" h="2809240">
                  <a:moveTo>
                    <a:pt x="0" y="0"/>
                  </a:moveTo>
                  <a:lnTo>
                    <a:pt x="6776084" y="0"/>
                  </a:lnTo>
                  <a:lnTo>
                    <a:pt x="6776084" y="2809113"/>
                  </a:lnTo>
                  <a:lnTo>
                    <a:pt x="0" y="28091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001767" y="816165"/>
            <a:ext cx="195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Concept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Cookies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2382" y="4819637"/>
            <a:ext cx="1386840" cy="10134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-1905" algn="ctr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Cookie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class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three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for </a:t>
            </a:r>
            <a:r>
              <a:rPr sz="1800" spc="-10" dirty="0">
                <a:latin typeface="Calisto MT"/>
                <a:cs typeface="Calisto MT"/>
              </a:rPr>
              <a:t>security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91761" y="4708397"/>
            <a:ext cx="358140" cy="1287780"/>
          </a:xfrm>
          <a:custGeom>
            <a:avLst/>
            <a:gdLst/>
            <a:ahLst/>
            <a:cxnLst/>
            <a:rect l="l" t="t" r="r" b="b"/>
            <a:pathLst>
              <a:path w="358139" h="1287779">
                <a:moveTo>
                  <a:pt x="358139" y="1287780"/>
                </a:moveTo>
                <a:lnTo>
                  <a:pt x="301541" y="1281389"/>
                </a:lnTo>
                <a:lnTo>
                  <a:pt x="252384" y="1263594"/>
                </a:lnTo>
                <a:lnTo>
                  <a:pt x="213620" y="1236460"/>
                </a:lnTo>
                <a:lnTo>
                  <a:pt x="188199" y="1202050"/>
                </a:lnTo>
                <a:lnTo>
                  <a:pt x="179069" y="1162430"/>
                </a:lnTo>
                <a:lnTo>
                  <a:pt x="179069" y="769238"/>
                </a:lnTo>
                <a:lnTo>
                  <a:pt x="169940" y="729619"/>
                </a:lnTo>
                <a:lnTo>
                  <a:pt x="144519" y="695209"/>
                </a:lnTo>
                <a:lnTo>
                  <a:pt x="105755" y="668075"/>
                </a:lnTo>
                <a:lnTo>
                  <a:pt x="56598" y="650280"/>
                </a:lnTo>
                <a:lnTo>
                  <a:pt x="0" y="643889"/>
                </a:lnTo>
                <a:lnTo>
                  <a:pt x="56598" y="637499"/>
                </a:lnTo>
                <a:lnTo>
                  <a:pt x="105755" y="619704"/>
                </a:lnTo>
                <a:lnTo>
                  <a:pt x="144519" y="592570"/>
                </a:lnTo>
                <a:lnTo>
                  <a:pt x="169940" y="558160"/>
                </a:lnTo>
                <a:lnTo>
                  <a:pt x="179069" y="518540"/>
                </a:lnTo>
                <a:lnTo>
                  <a:pt x="179069" y="125348"/>
                </a:lnTo>
                <a:lnTo>
                  <a:pt x="188199" y="85729"/>
                </a:lnTo>
                <a:lnTo>
                  <a:pt x="213620" y="51319"/>
                </a:lnTo>
                <a:lnTo>
                  <a:pt x="252384" y="24185"/>
                </a:lnTo>
                <a:lnTo>
                  <a:pt x="301541" y="6390"/>
                </a:lnTo>
                <a:lnTo>
                  <a:pt x="358139" y="0"/>
                </a:lnTo>
              </a:path>
            </a:pathLst>
          </a:custGeom>
          <a:ln w="19050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7824" y="4704588"/>
            <a:ext cx="4878323" cy="12938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748274" y="4889314"/>
            <a:ext cx="4587240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ts val="2155"/>
              </a:lnSpc>
              <a:spcBef>
                <a:spcPts val="100"/>
              </a:spcBef>
              <a:buFont typeface="Courier New"/>
              <a:buChar char="•"/>
              <a:tabLst>
                <a:tab pos="184150" algn="l"/>
              </a:tabLst>
            </a:pPr>
            <a:r>
              <a:rPr sz="1800" b="1" dirty="0">
                <a:solidFill>
                  <a:srgbClr val="FFFFFF"/>
                </a:solidFill>
                <a:latin typeface="Courier New"/>
                <a:cs typeface="Courier New"/>
              </a:rPr>
              <a:t>public</a:t>
            </a:r>
            <a:r>
              <a:rPr sz="18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ourier New"/>
                <a:cs typeface="Courier New"/>
              </a:rPr>
              <a:t>void</a:t>
            </a:r>
            <a:r>
              <a:rPr sz="18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setSecure()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0"/>
              </a:lnSpc>
              <a:buFont typeface="Courier New"/>
              <a:buChar char="•"/>
              <a:tabLst>
                <a:tab pos="184150" algn="l"/>
              </a:tabLst>
            </a:pPr>
            <a:r>
              <a:rPr sz="1800" b="1" dirty="0">
                <a:solidFill>
                  <a:srgbClr val="FFFFFF"/>
                </a:solidFill>
                <a:latin typeface="Courier New"/>
                <a:cs typeface="Courier New"/>
              </a:rPr>
              <a:t>public</a:t>
            </a:r>
            <a:r>
              <a:rPr sz="18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ourier New"/>
                <a:cs typeface="Courier New"/>
              </a:rPr>
              <a:t>void</a:t>
            </a:r>
            <a:r>
              <a:rPr sz="18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setHttpOnly(boolean)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50"/>
              </a:lnSpc>
              <a:buFont typeface="Courier New"/>
              <a:buChar char="•"/>
              <a:tabLst>
                <a:tab pos="184150" algn="l"/>
              </a:tabLst>
            </a:pPr>
            <a:r>
              <a:rPr sz="1800" b="1" dirty="0">
                <a:solidFill>
                  <a:srgbClr val="FFFFFF"/>
                </a:solidFill>
                <a:latin typeface="Courier New"/>
                <a:cs typeface="Courier New"/>
              </a:rPr>
              <a:t>public</a:t>
            </a:r>
            <a:r>
              <a:rPr sz="1800" b="1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ourier New"/>
                <a:cs typeface="Courier New"/>
              </a:rPr>
              <a:t>boolean</a:t>
            </a:r>
            <a:r>
              <a:rPr sz="1800" b="1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isHttpOnly()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HttpSession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74260" y="1362711"/>
            <a:ext cx="6350000" cy="4272915"/>
            <a:chOff x="3874260" y="1362711"/>
            <a:chExt cx="6350000" cy="4272915"/>
          </a:xfrm>
        </p:grpSpPr>
        <p:sp>
          <p:nvSpPr>
            <p:cNvPr id="4" name="object 4"/>
            <p:cNvSpPr/>
            <p:nvPr/>
          </p:nvSpPr>
          <p:spPr>
            <a:xfrm>
              <a:off x="3879342" y="1367791"/>
              <a:ext cx="6339840" cy="4262755"/>
            </a:xfrm>
            <a:custGeom>
              <a:avLst/>
              <a:gdLst/>
              <a:ahLst/>
              <a:cxnLst/>
              <a:rect l="l" t="t" r="r" b="b"/>
              <a:pathLst>
                <a:path w="6339840" h="4262755">
                  <a:moveTo>
                    <a:pt x="5629389" y="0"/>
                  </a:moveTo>
                  <a:lnTo>
                    <a:pt x="0" y="0"/>
                  </a:lnTo>
                  <a:lnTo>
                    <a:pt x="0" y="4262628"/>
                  </a:lnTo>
                  <a:lnTo>
                    <a:pt x="5629389" y="4262628"/>
                  </a:lnTo>
                  <a:lnTo>
                    <a:pt x="5678030" y="4260988"/>
                  </a:lnTo>
                  <a:lnTo>
                    <a:pt x="5725792" y="4256142"/>
                  </a:lnTo>
                  <a:lnTo>
                    <a:pt x="5772568" y="4248193"/>
                  </a:lnTo>
                  <a:lnTo>
                    <a:pt x="5818253" y="4237249"/>
                  </a:lnTo>
                  <a:lnTo>
                    <a:pt x="5862741" y="4223415"/>
                  </a:lnTo>
                  <a:lnTo>
                    <a:pt x="5905926" y="4206796"/>
                  </a:lnTo>
                  <a:lnTo>
                    <a:pt x="5947703" y="4187499"/>
                  </a:lnTo>
                  <a:lnTo>
                    <a:pt x="5987965" y="4165629"/>
                  </a:lnTo>
                  <a:lnTo>
                    <a:pt x="6026607" y="4141292"/>
                  </a:lnTo>
                  <a:lnTo>
                    <a:pt x="6063522" y="4114595"/>
                  </a:lnTo>
                  <a:lnTo>
                    <a:pt x="6098606" y="4085642"/>
                  </a:lnTo>
                  <a:lnTo>
                    <a:pt x="6131752" y="4054540"/>
                  </a:lnTo>
                  <a:lnTo>
                    <a:pt x="6162854" y="4021394"/>
                  </a:lnTo>
                  <a:lnTo>
                    <a:pt x="6191807" y="3986310"/>
                  </a:lnTo>
                  <a:lnTo>
                    <a:pt x="6218504" y="3949395"/>
                  </a:lnTo>
                  <a:lnTo>
                    <a:pt x="6242841" y="3910753"/>
                  </a:lnTo>
                  <a:lnTo>
                    <a:pt x="6264711" y="3870491"/>
                  </a:lnTo>
                  <a:lnTo>
                    <a:pt x="6284008" y="3828714"/>
                  </a:lnTo>
                  <a:lnTo>
                    <a:pt x="6300627" y="3785529"/>
                  </a:lnTo>
                  <a:lnTo>
                    <a:pt x="6314461" y="3741041"/>
                  </a:lnTo>
                  <a:lnTo>
                    <a:pt x="6325405" y="3695356"/>
                  </a:lnTo>
                  <a:lnTo>
                    <a:pt x="6333354" y="3648580"/>
                  </a:lnTo>
                  <a:lnTo>
                    <a:pt x="6338200" y="3600818"/>
                  </a:lnTo>
                  <a:lnTo>
                    <a:pt x="6339840" y="3552177"/>
                  </a:lnTo>
                  <a:lnTo>
                    <a:pt x="6339840" y="710450"/>
                  </a:lnTo>
                  <a:lnTo>
                    <a:pt x="6338200" y="661809"/>
                  </a:lnTo>
                  <a:lnTo>
                    <a:pt x="6333354" y="614047"/>
                  </a:lnTo>
                  <a:lnTo>
                    <a:pt x="6325405" y="567271"/>
                  </a:lnTo>
                  <a:lnTo>
                    <a:pt x="6314461" y="521586"/>
                  </a:lnTo>
                  <a:lnTo>
                    <a:pt x="6300627" y="477098"/>
                  </a:lnTo>
                  <a:lnTo>
                    <a:pt x="6284008" y="433913"/>
                  </a:lnTo>
                  <a:lnTo>
                    <a:pt x="6264711" y="392136"/>
                  </a:lnTo>
                  <a:lnTo>
                    <a:pt x="6242841" y="351874"/>
                  </a:lnTo>
                  <a:lnTo>
                    <a:pt x="6218504" y="313232"/>
                  </a:lnTo>
                  <a:lnTo>
                    <a:pt x="6191807" y="276317"/>
                  </a:lnTo>
                  <a:lnTo>
                    <a:pt x="6162854" y="241233"/>
                  </a:lnTo>
                  <a:lnTo>
                    <a:pt x="6131752" y="208087"/>
                  </a:lnTo>
                  <a:lnTo>
                    <a:pt x="6098606" y="176985"/>
                  </a:lnTo>
                  <a:lnTo>
                    <a:pt x="6063522" y="148032"/>
                  </a:lnTo>
                  <a:lnTo>
                    <a:pt x="6026607" y="121335"/>
                  </a:lnTo>
                  <a:lnTo>
                    <a:pt x="5987965" y="96998"/>
                  </a:lnTo>
                  <a:lnTo>
                    <a:pt x="5947703" y="75128"/>
                  </a:lnTo>
                  <a:lnTo>
                    <a:pt x="5905926" y="55831"/>
                  </a:lnTo>
                  <a:lnTo>
                    <a:pt x="5862741" y="39212"/>
                  </a:lnTo>
                  <a:lnTo>
                    <a:pt x="5818253" y="25378"/>
                  </a:lnTo>
                  <a:lnTo>
                    <a:pt x="5772568" y="14434"/>
                  </a:lnTo>
                  <a:lnTo>
                    <a:pt x="5725792" y="6485"/>
                  </a:lnTo>
                  <a:lnTo>
                    <a:pt x="5678030" y="1639"/>
                  </a:lnTo>
                  <a:lnTo>
                    <a:pt x="5629389" y="0"/>
                  </a:lnTo>
                  <a:close/>
                </a:path>
              </a:pathLst>
            </a:custGeom>
            <a:solidFill>
              <a:srgbClr val="E0E6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79340" y="1367791"/>
              <a:ext cx="6339840" cy="4262755"/>
            </a:xfrm>
            <a:custGeom>
              <a:avLst/>
              <a:gdLst/>
              <a:ahLst/>
              <a:cxnLst/>
              <a:rect l="l" t="t" r="r" b="b"/>
              <a:pathLst>
                <a:path w="6339840" h="4262755">
                  <a:moveTo>
                    <a:pt x="6339840" y="710450"/>
                  </a:moveTo>
                  <a:lnTo>
                    <a:pt x="6339840" y="3552177"/>
                  </a:lnTo>
                  <a:lnTo>
                    <a:pt x="6338200" y="3600818"/>
                  </a:lnTo>
                  <a:lnTo>
                    <a:pt x="6333354" y="3648580"/>
                  </a:lnTo>
                  <a:lnTo>
                    <a:pt x="6325405" y="3695356"/>
                  </a:lnTo>
                  <a:lnTo>
                    <a:pt x="6314461" y="3741041"/>
                  </a:lnTo>
                  <a:lnTo>
                    <a:pt x="6300627" y="3785529"/>
                  </a:lnTo>
                  <a:lnTo>
                    <a:pt x="6284008" y="3828714"/>
                  </a:lnTo>
                  <a:lnTo>
                    <a:pt x="6264711" y="3870491"/>
                  </a:lnTo>
                  <a:lnTo>
                    <a:pt x="6242841" y="3910753"/>
                  </a:lnTo>
                  <a:lnTo>
                    <a:pt x="6218504" y="3949395"/>
                  </a:lnTo>
                  <a:lnTo>
                    <a:pt x="6191807" y="3986310"/>
                  </a:lnTo>
                  <a:lnTo>
                    <a:pt x="6162854" y="4021394"/>
                  </a:lnTo>
                  <a:lnTo>
                    <a:pt x="6131752" y="4054540"/>
                  </a:lnTo>
                  <a:lnTo>
                    <a:pt x="6098606" y="4085642"/>
                  </a:lnTo>
                  <a:lnTo>
                    <a:pt x="6063522" y="4114595"/>
                  </a:lnTo>
                  <a:lnTo>
                    <a:pt x="6026607" y="4141292"/>
                  </a:lnTo>
                  <a:lnTo>
                    <a:pt x="5987965" y="4165629"/>
                  </a:lnTo>
                  <a:lnTo>
                    <a:pt x="5947703" y="4187499"/>
                  </a:lnTo>
                  <a:lnTo>
                    <a:pt x="5905926" y="4206796"/>
                  </a:lnTo>
                  <a:lnTo>
                    <a:pt x="5862741" y="4223415"/>
                  </a:lnTo>
                  <a:lnTo>
                    <a:pt x="5818253" y="4237249"/>
                  </a:lnTo>
                  <a:lnTo>
                    <a:pt x="5772568" y="4248193"/>
                  </a:lnTo>
                  <a:lnTo>
                    <a:pt x="5725792" y="4256142"/>
                  </a:lnTo>
                  <a:lnTo>
                    <a:pt x="5678030" y="4260988"/>
                  </a:lnTo>
                  <a:lnTo>
                    <a:pt x="5629389" y="4262628"/>
                  </a:lnTo>
                  <a:lnTo>
                    <a:pt x="0" y="4262628"/>
                  </a:lnTo>
                  <a:lnTo>
                    <a:pt x="0" y="0"/>
                  </a:lnTo>
                  <a:lnTo>
                    <a:pt x="5629389" y="0"/>
                  </a:lnTo>
                  <a:lnTo>
                    <a:pt x="5678030" y="1639"/>
                  </a:lnTo>
                  <a:lnTo>
                    <a:pt x="5725792" y="6485"/>
                  </a:lnTo>
                  <a:lnTo>
                    <a:pt x="5772568" y="14434"/>
                  </a:lnTo>
                  <a:lnTo>
                    <a:pt x="5818253" y="25378"/>
                  </a:lnTo>
                  <a:lnTo>
                    <a:pt x="5862741" y="39212"/>
                  </a:lnTo>
                  <a:lnTo>
                    <a:pt x="5905926" y="55831"/>
                  </a:lnTo>
                  <a:lnTo>
                    <a:pt x="5947703" y="75128"/>
                  </a:lnTo>
                  <a:lnTo>
                    <a:pt x="5987965" y="96998"/>
                  </a:lnTo>
                  <a:lnTo>
                    <a:pt x="6026607" y="121335"/>
                  </a:lnTo>
                  <a:lnTo>
                    <a:pt x="6063522" y="148032"/>
                  </a:lnTo>
                  <a:lnTo>
                    <a:pt x="6098606" y="176985"/>
                  </a:lnTo>
                  <a:lnTo>
                    <a:pt x="6131752" y="208087"/>
                  </a:lnTo>
                  <a:lnTo>
                    <a:pt x="6162854" y="241233"/>
                  </a:lnTo>
                  <a:lnTo>
                    <a:pt x="6191807" y="276317"/>
                  </a:lnTo>
                  <a:lnTo>
                    <a:pt x="6218504" y="313232"/>
                  </a:lnTo>
                  <a:lnTo>
                    <a:pt x="6242841" y="351874"/>
                  </a:lnTo>
                  <a:lnTo>
                    <a:pt x="6264711" y="392136"/>
                  </a:lnTo>
                  <a:lnTo>
                    <a:pt x="6284008" y="433913"/>
                  </a:lnTo>
                  <a:lnTo>
                    <a:pt x="6300627" y="477098"/>
                  </a:lnTo>
                  <a:lnTo>
                    <a:pt x="6314461" y="521586"/>
                  </a:lnTo>
                  <a:lnTo>
                    <a:pt x="6325405" y="567271"/>
                  </a:lnTo>
                  <a:lnTo>
                    <a:pt x="6333354" y="614047"/>
                  </a:lnTo>
                  <a:lnTo>
                    <a:pt x="6338200" y="661809"/>
                  </a:lnTo>
                  <a:lnTo>
                    <a:pt x="6339840" y="710450"/>
                  </a:lnTo>
                  <a:close/>
                </a:path>
              </a:pathLst>
            </a:custGeom>
            <a:ln w="9994">
              <a:solidFill>
                <a:srgbClr val="E0E6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14200" y="1987313"/>
            <a:ext cx="5547360" cy="294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ts val="2155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Object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getAttribute(String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name)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0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String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getId()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35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int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getMaxInactiveInterval()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0"/>
              </a:lnSpc>
              <a:buChar char="•"/>
              <a:tabLst>
                <a:tab pos="184150" algn="l"/>
              </a:tabLst>
            </a:pPr>
            <a:r>
              <a:rPr sz="1800" spc="-10" dirty="0">
                <a:latin typeface="Courier New"/>
                <a:cs typeface="Courier New"/>
              </a:rPr>
              <a:t>publicServletContextgetServletContext()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0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invalidate()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0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boolean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isNew()</a:t>
            </a:r>
            <a:endParaRPr sz="1800">
              <a:latin typeface="Courier New"/>
              <a:cs typeface="Courier New"/>
            </a:endParaRPr>
          </a:p>
          <a:p>
            <a:pPr marL="183515" marR="279400" indent="-171450">
              <a:lnSpc>
                <a:spcPts val="1839"/>
              </a:lnSpc>
              <a:spcBef>
                <a:spcPts val="32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setAttribute(String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name, 	</a:t>
            </a:r>
            <a:r>
              <a:rPr sz="1800" dirty="0">
                <a:latin typeface="Courier New"/>
                <a:cs typeface="Courier New"/>
              </a:rPr>
              <a:t>Object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value)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15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removeValue(String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name)</a:t>
            </a:r>
            <a:endParaRPr sz="1800">
              <a:latin typeface="Courier New"/>
              <a:cs typeface="Courier New"/>
            </a:endParaRPr>
          </a:p>
          <a:p>
            <a:pPr marL="183515" marR="142240" indent="-171450">
              <a:lnSpc>
                <a:spcPts val="1839"/>
              </a:lnSpc>
              <a:spcBef>
                <a:spcPts val="31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setMaxInactiveInterval(int 	interval)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33955" y="1129283"/>
            <a:ext cx="1923414" cy="4651375"/>
            <a:chOff x="1933955" y="1129283"/>
            <a:chExt cx="1923414" cy="46513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3955" y="1129283"/>
              <a:ext cx="1903475" cy="46512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0531" y="3084576"/>
              <a:ext cx="1886711" cy="7772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73579" y="1142994"/>
              <a:ext cx="1824355" cy="4572000"/>
            </a:xfrm>
            <a:custGeom>
              <a:avLst/>
              <a:gdLst/>
              <a:ahLst/>
              <a:cxnLst/>
              <a:rect l="l" t="t" r="r" b="b"/>
              <a:pathLst>
                <a:path w="1824354" h="4572000">
                  <a:moveTo>
                    <a:pt x="1520177" y="0"/>
                  </a:moveTo>
                  <a:lnTo>
                    <a:pt x="304050" y="0"/>
                  </a:lnTo>
                  <a:lnTo>
                    <a:pt x="254732" y="3979"/>
                  </a:lnTo>
                  <a:lnTo>
                    <a:pt x="207948" y="15501"/>
                  </a:lnTo>
                  <a:lnTo>
                    <a:pt x="164323" y="33938"/>
                  </a:lnTo>
                  <a:lnTo>
                    <a:pt x="124483" y="58665"/>
                  </a:lnTo>
                  <a:lnTo>
                    <a:pt x="89055" y="89055"/>
                  </a:lnTo>
                  <a:lnTo>
                    <a:pt x="58665" y="124483"/>
                  </a:lnTo>
                  <a:lnTo>
                    <a:pt x="33938" y="164323"/>
                  </a:lnTo>
                  <a:lnTo>
                    <a:pt x="15501" y="207948"/>
                  </a:lnTo>
                  <a:lnTo>
                    <a:pt x="3979" y="254732"/>
                  </a:lnTo>
                  <a:lnTo>
                    <a:pt x="0" y="304050"/>
                  </a:lnTo>
                  <a:lnTo>
                    <a:pt x="0" y="4267962"/>
                  </a:lnTo>
                  <a:lnTo>
                    <a:pt x="3979" y="4317279"/>
                  </a:lnTo>
                  <a:lnTo>
                    <a:pt x="15501" y="4364063"/>
                  </a:lnTo>
                  <a:lnTo>
                    <a:pt x="33938" y="4407686"/>
                  </a:lnTo>
                  <a:lnTo>
                    <a:pt x="58665" y="4447524"/>
                  </a:lnTo>
                  <a:lnTo>
                    <a:pt x="89055" y="4482950"/>
                  </a:lnTo>
                  <a:lnTo>
                    <a:pt x="124483" y="4513339"/>
                  </a:lnTo>
                  <a:lnTo>
                    <a:pt x="164323" y="4538064"/>
                  </a:lnTo>
                  <a:lnTo>
                    <a:pt x="207948" y="4556500"/>
                  </a:lnTo>
                  <a:lnTo>
                    <a:pt x="254732" y="4568020"/>
                  </a:lnTo>
                  <a:lnTo>
                    <a:pt x="304050" y="4572000"/>
                  </a:lnTo>
                  <a:lnTo>
                    <a:pt x="1520177" y="4572000"/>
                  </a:lnTo>
                  <a:lnTo>
                    <a:pt x="1569495" y="4568020"/>
                  </a:lnTo>
                  <a:lnTo>
                    <a:pt x="1616279" y="4556500"/>
                  </a:lnTo>
                  <a:lnTo>
                    <a:pt x="1659904" y="4538064"/>
                  </a:lnTo>
                  <a:lnTo>
                    <a:pt x="1699744" y="4513339"/>
                  </a:lnTo>
                  <a:lnTo>
                    <a:pt x="1735172" y="4482950"/>
                  </a:lnTo>
                  <a:lnTo>
                    <a:pt x="1765562" y="4447524"/>
                  </a:lnTo>
                  <a:lnTo>
                    <a:pt x="1790289" y="4407686"/>
                  </a:lnTo>
                  <a:lnTo>
                    <a:pt x="1808726" y="4364063"/>
                  </a:lnTo>
                  <a:lnTo>
                    <a:pt x="1820248" y="4317279"/>
                  </a:lnTo>
                  <a:lnTo>
                    <a:pt x="1824227" y="4267962"/>
                  </a:lnTo>
                  <a:lnTo>
                    <a:pt x="1824227" y="304050"/>
                  </a:lnTo>
                  <a:lnTo>
                    <a:pt x="1820248" y="254732"/>
                  </a:lnTo>
                  <a:lnTo>
                    <a:pt x="1808726" y="207948"/>
                  </a:lnTo>
                  <a:lnTo>
                    <a:pt x="1790289" y="164323"/>
                  </a:lnTo>
                  <a:lnTo>
                    <a:pt x="1765562" y="124483"/>
                  </a:lnTo>
                  <a:lnTo>
                    <a:pt x="1735172" y="89055"/>
                  </a:lnTo>
                  <a:lnTo>
                    <a:pt x="1699744" y="58665"/>
                  </a:lnTo>
                  <a:lnTo>
                    <a:pt x="1659904" y="33938"/>
                  </a:lnTo>
                  <a:lnTo>
                    <a:pt x="1616279" y="15501"/>
                  </a:lnTo>
                  <a:lnTo>
                    <a:pt x="1569495" y="3979"/>
                  </a:lnTo>
                  <a:lnTo>
                    <a:pt x="152017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9618" y="3134612"/>
            <a:ext cx="151257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188595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Methods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to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create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session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Invalidate</a:t>
            </a:r>
            <a:r>
              <a:rPr spc="-3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Session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2499" y="1022510"/>
            <a:ext cx="7028180" cy="4814570"/>
            <a:chOff x="2582499" y="1022510"/>
            <a:chExt cx="7028180" cy="4814570"/>
          </a:xfrm>
        </p:grpSpPr>
        <p:sp>
          <p:nvSpPr>
            <p:cNvPr id="4" name="object 4"/>
            <p:cNvSpPr/>
            <p:nvPr/>
          </p:nvSpPr>
          <p:spPr>
            <a:xfrm>
              <a:off x="2592024" y="1032035"/>
              <a:ext cx="1009015" cy="4795520"/>
            </a:xfrm>
            <a:custGeom>
              <a:avLst/>
              <a:gdLst/>
              <a:ahLst/>
              <a:cxnLst/>
              <a:rect l="l" t="t" r="r" b="b"/>
              <a:pathLst>
                <a:path w="1009014" h="4795520">
                  <a:moveTo>
                    <a:pt x="15252" y="0"/>
                  </a:moveTo>
                  <a:lnTo>
                    <a:pt x="49204" y="34429"/>
                  </a:lnTo>
                  <a:lnTo>
                    <a:pt x="82566" y="69219"/>
                  </a:lnTo>
                  <a:lnTo>
                    <a:pt x="115337" y="104364"/>
                  </a:lnTo>
                  <a:lnTo>
                    <a:pt x="147518" y="139856"/>
                  </a:lnTo>
                  <a:lnTo>
                    <a:pt x="179108" y="175690"/>
                  </a:lnTo>
                  <a:lnTo>
                    <a:pt x="210108" y="211859"/>
                  </a:lnTo>
                  <a:lnTo>
                    <a:pt x="240517" y="248357"/>
                  </a:lnTo>
                  <a:lnTo>
                    <a:pt x="270336" y="285178"/>
                  </a:lnTo>
                  <a:lnTo>
                    <a:pt x="299564" y="322315"/>
                  </a:lnTo>
                  <a:lnTo>
                    <a:pt x="328202" y="359762"/>
                  </a:lnTo>
                  <a:lnTo>
                    <a:pt x="356249" y="397512"/>
                  </a:lnTo>
                  <a:lnTo>
                    <a:pt x="383706" y="435560"/>
                  </a:lnTo>
                  <a:lnTo>
                    <a:pt x="410572" y="473899"/>
                  </a:lnTo>
                  <a:lnTo>
                    <a:pt x="436848" y="512522"/>
                  </a:lnTo>
                  <a:lnTo>
                    <a:pt x="462534" y="551424"/>
                  </a:lnTo>
                  <a:lnTo>
                    <a:pt x="487629" y="590598"/>
                  </a:lnTo>
                  <a:lnTo>
                    <a:pt x="512133" y="630037"/>
                  </a:lnTo>
                  <a:lnTo>
                    <a:pt x="536047" y="669736"/>
                  </a:lnTo>
                  <a:lnTo>
                    <a:pt x="559371" y="709688"/>
                  </a:lnTo>
                  <a:lnTo>
                    <a:pt x="582104" y="749886"/>
                  </a:lnTo>
                  <a:lnTo>
                    <a:pt x="604247" y="790325"/>
                  </a:lnTo>
                  <a:lnTo>
                    <a:pt x="625799" y="830998"/>
                  </a:lnTo>
                  <a:lnTo>
                    <a:pt x="646761" y="871898"/>
                  </a:lnTo>
                  <a:lnTo>
                    <a:pt x="667132" y="913020"/>
                  </a:lnTo>
                  <a:lnTo>
                    <a:pt x="686913" y="954357"/>
                  </a:lnTo>
                  <a:lnTo>
                    <a:pt x="706103" y="995903"/>
                  </a:lnTo>
                  <a:lnTo>
                    <a:pt x="724703" y="1037651"/>
                  </a:lnTo>
                  <a:lnTo>
                    <a:pt x="742712" y="1079595"/>
                  </a:lnTo>
                  <a:lnTo>
                    <a:pt x="760131" y="1121729"/>
                  </a:lnTo>
                  <a:lnTo>
                    <a:pt x="776959" y="1164046"/>
                  </a:lnTo>
                  <a:lnTo>
                    <a:pt x="793197" y="1206541"/>
                  </a:lnTo>
                  <a:lnTo>
                    <a:pt x="808845" y="1249206"/>
                  </a:lnTo>
                  <a:lnTo>
                    <a:pt x="823902" y="1292036"/>
                  </a:lnTo>
                  <a:lnTo>
                    <a:pt x="838368" y="1335024"/>
                  </a:lnTo>
                  <a:lnTo>
                    <a:pt x="852244" y="1378164"/>
                  </a:lnTo>
                  <a:lnTo>
                    <a:pt x="865530" y="1421449"/>
                  </a:lnTo>
                  <a:lnTo>
                    <a:pt x="878225" y="1464873"/>
                  </a:lnTo>
                  <a:lnTo>
                    <a:pt x="890330" y="1508430"/>
                  </a:lnTo>
                  <a:lnTo>
                    <a:pt x="901844" y="1552114"/>
                  </a:lnTo>
                  <a:lnTo>
                    <a:pt x="912768" y="1595918"/>
                  </a:lnTo>
                  <a:lnTo>
                    <a:pt x="923101" y="1639836"/>
                  </a:lnTo>
                  <a:lnTo>
                    <a:pt x="932844" y="1683861"/>
                  </a:lnTo>
                  <a:lnTo>
                    <a:pt x="941996" y="1727987"/>
                  </a:lnTo>
                  <a:lnTo>
                    <a:pt x="950558" y="1772209"/>
                  </a:lnTo>
                  <a:lnTo>
                    <a:pt x="958529" y="1816519"/>
                  </a:lnTo>
                  <a:lnTo>
                    <a:pt x="965910" y="1860911"/>
                  </a:lnTo>
                  <a:lnTo>
                    <a:pt x="972700" y="1905379"/>
                  </a:lnTo>
                  <a:lnTo>
                    <a:pt x="978900" y="1949916"/>
                  </a:lnTo>
                  <a:lnTo>
                    <a:pt x="984510" y="1994517"/>
                  </a:lnTo>
                  <a:lnTo>
                    <a:pt x="989529" y="2039175"/>
                  </a:lnTo>
                  <a:lnTo>
                    <a:pt x="993957" y="2083883"/>
                  </a:lnTo>
                  <a:lnTo>
                    <a:pt x="997795" y="2128636"/>
                  </a:lnTo>
                  <a:lnTo>
                    <a:pt x="1001043" y="2173427"/>
                  </a:lnTo>
                  <a:lnTo>
                    <a:pt x="1003700" y="2218249"/>
                  </a:lnTo>
                  <a:lnTo>
                    <a:pt x="1005767" y="2263097"/>
                  </a:lnTo>
                  <a:lnTo>
                    <a:pt x="1007243" y="2307963"/>
                  </a:lnTo>
                  <a:lnTo>
                    <a:pt x="1008129" y="2352842"/>
                  </a:lnTo>
                  <a:lnTo>
                    <a:pt x="1008424" y="2397728"/>
                  </a:lnTo>
                  <a:lnTo>
                    <a:pt x="1008129" y="2442613"/>
                  </a:lnTo>
                  <a:lnTo>
                    <a:pt x="1007243" y="2487492"/>
                  </a:lnTo>
                  <a:lnTo>
                    <a:pt x="1005767" y="2532359"/>
                  </a:lnTo>
                  <a:lnTo>
                    <a:pt x="1003700" y="2577207"/>
                  </a:lnTo>
                  <a:lnTo>
                    <a:pt x="1001043" y="2622029"/>
                  </a:lnTo>
                  <a:lnTo>
                    <a:pt x="997795" y="2666819"/>
                  </a:lnTo>
                  <a:lnTo>
                    <a:pt x="993957" y="2711572"/>
                  </a:lnTo>
                  <a:lnTo>
                    <a:pt x="989529" y="2756280"/>
                  </a:lnTo>
                  <a:lnTo>
                    <a:pt x="984510" y="2800938"/>
                  </a:lnTo>
                  <a:lnTo>
                    <a:pt x="978900" y="2845539"/>
                  </a:lnTo>
                  <a:lnTo>
                    <a:pt x="972700" y="2890077"/>
                  </a:lnTo>
                  <a:lnTo>
                    <a:pt x="965910" y="2934545"/>
                  </a:lnTo>
                  <a:lnTo>
                    <a:pt x="958529" y="2978937"/>
                  </a:lnTo>
                  <a:lnTo>
                    <a:pt x="950558" y="3023247"/>
                  </a:lnTo>
                  <a:lnTo>
                    <a:pt x="941996" y="3067468"/>
                  </a:lnTo>
                  <a:lnTo>
                    <a:pt x="932844" y="3111595"/>
                  </a:lnTo>
                  <a:lnTo>
                    <a:pt x="923101" y="3155620"/>
                  </a:lnTo>
                  <a:lnTo>
                    <a:pt x="912768" y="3199538"/>
                  </a:lnTo>
                  <a:lnTo>
                    <a:pt x="901844" y="3243341"/>
                  </a:lnTo>
                  <a:lnTo>
                    <a:pt x="890330" y="3287025"/>
                  </a:lnTo>
                  <a:lnTo>
                    <a:pt x="878225" y="3330582"/>
                  </a:lnTo>
                  <a:lnTo>
                    <a:pt x="865530" y="3374007"/>
                  </a:lnTo>
                  <a:lnTo>
                    <a:pt x="852244" y="3417292"/>
                  </a:lnTo>
                  <a:lnTo>
                    <a:pt x="838368" y="3460432"/>
                  </a:lnTo>
                  <a:lnTo>
                    <a:pt x="823902" y="3503420"/>
                  </a:lnTo>
                  <a:lnTo>
                    <a:pt x="808845" y="3546249"/>
                  </a:lnTo>
                  <a:lnTo>
                    <a:pt x="793197" y="3588915"/>
                  </a:lnTo>
                  <a:lnTo>
                    <a:pt x="776959" y="3631409"/>
                  </a:lnTo>
                  <a:lnTo>
                    <a:pt x="760131" y="3673727"/>
                  </a:lnTo>
                  <a:lnTo>
                    <a:pt x="742712" y="3715860"/>
                  </a:lnTo>
                  <a:lnTo>
                    <a:pt x="724703" y="3757805"/>
                  </a:lnTo>
                  <a:lnTo>
                    <a:pt x="706103" y="3799553"/>
                  </a:lnTo>
                  <a:lnTo>
                    <a:pt x="686913" y="3841099"/>
                  </a:lnTo>
                  <a:lnTo>
                    <a:pt x="667132" y="3882436"/>
                  </a:lnTo>
                  <a:lnTo>
                    <a:pt x="646761" y="3923557"/>
                  </a:lnTo>
                  <a:lnTo>
                    <a:pt x="625799" y="3964458"/>
                  </a:lnTo>
                  <a:lnTo>
                    <a:pt x="604247" y="4005131"/>
                  </a:lnTo>
                  <a:lnTo>
                    <a:pt x="582104" y="4045570"/>
                  </a:lnTo>
                  <a:lnTo>
                    <a:pt x="559371" y="4085768"/>
                  </a:lnTo>
                  <a:lnTo>
                    <a:pt x="536047" y="4125720"/>
                  </a:lnTo>
                  <a:lnTo>
                    <a:pt x="512133" y="4165418"/>
                  </a:lnTo>
                  <a:lnTo>
                    <a:pt x="487629" y="4204858"/>
                  </a:lnTo>
                  <a:lnTo>
                    <a:pt x="462534" y="4244031"/>
                  </a:lnTo>
                  <a:lnTo>
                    <a:pt x="436848" y="4282933"/>
                  </a:lnTo>
                  <a:lnTo>
                    <a:pt x="410572" y="4321557"/>
                  </a:lnTo>
                  <a:lnTo>
                    <a:pt x="383706" y="4359895"/>
                  </a:lnTo>
                  <a:lnTo>
                    <a:pt x="356249" y="4397943"/>
                  </a:lnTo>
                  <a:lnTo>
                    <a:pt x="328202" y="4435694"/>
                  </a:lnTo>
                  <a:lnTo>
                    <a:pt x="299564" y="4473141"/>
                  </a:lnTo>
                  <a:lnTo>
                    <a:pt x="270336" y="4510277"/>
                  </a:lnTo>
                  <a:lnTo>
                    <a:pt x="240517" y="4547098"/>
                  </a:lnTo>
                  <a:lnTo>
                    <a:pt x="210108" y="4583596"/>
                  </a:lnTo>
                  <a:lnTo>
                    <a:pt x="179108" y="4619765"/>
                  </a:lnTo>
                  <a:lnTo>
                    <a:pt x="147518" y="4655599"/>
                  </a:lnTo>
                  <a:lnTo>
                    <a:pt x="115337" y="4691092"/>
                  </a:lnTo>
                  <a:lnTo>
                    <a:pt x="82566" y="4726236"/>
                  </a:lnTo>
                  <a:lnTo>
                    <a:pt x="49204" y="4761026"/>
                  </a:lnTo>
                  <a:lnTo>
                    <a:pt x="15252" y="4795456"/>
                  </a:lnTo>
                  <a:lnTo>
                    <a:pt x="0" y="4780203"/>
                  </a:lnTo>
                  <a:lnTo>
                    <a:pt x="34026" y="4745693"/>
                  </a:lnTo>
                  <a:lnTo>
                    <a:pt x="67456" y="4710819"/>
                  </a:lnTo>
                  <a:lnTo>
                    <a:pt x="100290" y="4675587"/>
                  </a:lnTo>
                  <a:lnTo>
                    <a:pt x="132526" y="4640003"/>
                  </a:lnTo>
                  <a:lnTo>
                    <a:pt x="164165" y="4604074"/>
                  </a:lnTo>
                  <a:lnTo>
                    <a:pt x="195207" y="4567807"/>
                  </a:lnTo>
                  <a:lnTo>
                    <a:pt x="225652" y="4531207"/>
                  </a:lnTo>
                  <a:lnTo>
                    <a:pt x="255500" y="4494281"/>
                  </a:lnTo>
                  <a:lnTo>
                    <a:pt x="284751" y="4457036"/>
                  </a:lnTo>
                  <a:lnTo>
                    <a:pt x="313406" y="4419479"/>
                  </a:lnTo>
                  <a:lnTo>
                    <a:pt x="341463" y="4381615"/>
                  </a:lnTo>
                  <a:lnTo>
                    <a:pt x="368923" y="4343450"/>
                  </a:lnTo>
                  <a:lnTo>
                    <a:pt x="395787" y="4304993"/>
                  </a:lnTo>
                  <a:lnTo>
                    <a:pt x="422053" y="4266248"/>
                  </a:lnTo>
                  <a:lnTo>
                    <a:pt x="447723" y="4227223"/>
                  </a:lnTo>
                  <a:lnTo>
                    <a:pt x="472795" y="4187924"/>
                  </a:lnTo>
                  <a:lnTo>
                    <a:pt x="497271" y="4148357"/>
                  </a:lnTo>
                  <a:lnTo>
                    <a:pt x="521149" y="4108529"/>
                  </a:lnTo>
                  <a:lnTo>
                    <a:pt x="544431" y="4068445"/>
                  </a:lnTo>
                  <a:lnTo>
                    <a:pt x="567116" y="4028114"/>
                  </a:lnTo>
                  <a:lnTo>
                    <a:pt x="589203" y="3987541"/>
                  </a:lnTo>
                  <a:lnTo>
                    <a:pt x="610694" y="3946732"/>
                  </a:lnTo>
                  <a:lnTo>
                    <a:pt x="631588" y="3905694"/>
                  </a:lnTo>
                  <a:lnTo>
                    <a:pt x="651885" y="3864434"/>
                  </a:lnTo>
                  <a:lnTo>
                    <a:pt x="671584" y="3822958"/>
                  </a:lnTo>
                  <a:lnTo>
                    <a:pt x="690687" y="3781272"/>
                  </a:lnTo>
                  <a:lnTo>
                    <a:pt x="709193" y="3739382"/>
                  </a:lnTo>
                  <a:lnTo>
                    <a:pt x="727102" y="3697296"/>
                  </a:lnTo>
                  <a:lnTo>
                    <a:pt x="744414" y="3655020"/>
                  </a:lnTo>
                  <a:lnTo>
                    <a:pt x="761129" y="3612560"/>
                  </a:lnTo>
                  <a:lnTo>
                    <a:pt x="777247" y="3569923"/>
                  </a:lnTo>
                  <a:lnTo>
                    <a:pt x="792768" y="3527114"/>
                  </a:lnTo>
                  <a:lnTo>
                    <a:pt x="807692" y="3484141"/>
                  </a:lnTo>
                  <a:lnTo>
                    <a:pt x="822019" y="3441010"/>
                  </a:lnTo>
                  <a:lnTo>
                    <a:pt x="835750" y="3397728"/>
                  </a:lnTo>
                  <a:lnTo>
                    <a:pt x="848883" y="3354300"/>
                  </a:lnTo>
                  <a:lnTo>
                    <a:pt x="861419" y="3310734"/>
                  </a:lnTo>
                  <a:lnTo>
                    <a:pt x="873358" y="3267035"/>
                  </a:lnTo>
                  <a:lnTo>
                    <a:pt x="884701" y="3223211"/>
                  </a:lnTo>
                  <a:lnTo>
                    <a:pt x="895446" y="3179267"/>
                  </a:lnTo>
                  <a:lnTo>
                    <a:pt x="905594" y="3135211"/>
                  </a:lnTo>
                  <a:lnTo>
                    <a:pt x="915146" y="3091048"/>
                  </a:lnTo>
                  <a:lnTo>
                    <a:pt x="924100" y="3046785"/>
                  </a:lnTo>
                  <a:lnTo>
                    <a:pt x="932458" y="3002428"/>
                  </a:lnTo>
                  <a:lnTo>
                    <a:pt x="940218" y="2957985"/>
                  </a:lnTo>
                  <a:lnTo>
                    <a:pt x="947382" y="2913460"/>
                  </a:lnTo>
                  <a:lnTo>
                    <a:pt x="953949" y="2868862"/>
                  </a:lnTo>
                  <a:lnTo>
                    <a:pt x="959918" y="2824196"/>
                  </a:lnTo>
                  <a:lnTo>
                    <a:pt x="965291" y="2779468"/>
                  </a:lnTo>
                  <a:lnTo>
                    <a:pt x="970067" y="2734686"/>
                  </a:lnTo>
                  <a:lnTo>
                    <a:pt x="974245" y="2689856"/>
                  </a:lnTo>
                  <a:lnTo>
                    <a:pt x="977827" y="2644983"/>
                  </a:lnTo>
                  <a:lnTo>
                    <a:pt x="980812" y="2600075"/>
                  </a:lnTo>
                  <a:lnTo>
                    <a:pt x="983200" y="2555138"/>
                  </a:lnTo>
                  <a:lnTo>
                    <a:pt x="984991" y="2510178"/>
                  </a:lnTo>
                  <a:lnTo>
                    <a:pt x="986185" y="2465203"/>
                  </a:lnTo>
                  <a:lnTo>
                    <a:pt x="986782" y="2420217"/>
                  </a:lnTo>
                  <a:lnTo>
                    <a:pt x="986782" y="2375229"/>
                  </a:lnTo>
                  <a:lnTo>
                    <a:pt x="986185" y="2330243"/>
                  </a:lnTo>
                  <a:lnTo>
                    <a:pt x="984991" y="2285268"/>
                  </a:lnTo>
                  <a:lnTo>
                    <a:pt x="983200" y="2240308"/>
                  </a:lnTo>
                  <a:lnTo>
                    <a:pt x="980812" y="2195371"/>
                  </a:lnTo>
                  <a:lnTo>
                    <a:pt x="977827" y="2150463"/>
                  </a:lnTo>
                  <a:lnTo>
                    <a:pt x="974245" y="2105590"/>
                  </a:lnTo>
                  <a:lnTo>
                    <a:pt x="970067" y="2060760"/>
                  </a:lnTo>
                  <a:lnTo>
                    <a:pt x="965291" y="2015978"/>
                  </a:lnTo>
                  <a:lnTo>
                    <a:pt x="959918" y="1971250"/>
                  </a:lnTo>
                  <a:lnTo>
                    <a:pt x="953949" y="1926584"/>
                  </a:lnTo>
                  <a:lnTo>
                    <a:pt x="947382" y="1881986"/>
                  </a:lnTo>
                  <a:lnTo>
                    <a:pt x="940218" y="1837462"/>
                  </a:lnTo>
                  <a:lnTo>
                    <a:pt x="932458" y="1793018"/>
                  </a:lnTo>
                  <a:lnTo>
                    <a:pt x="924100" y="1748662"/>
                  </a:lnTo>
                  <a:lnTo>
                    <a:pt x="915146" y="1704399"/>
                  </a:lnTo>
                  <a:lnTo>
                    <a:pt x="905594" y="1660236"/>
                  </a:lnTo>
                  <a:lnTo>
                    <a:pt x="895446" y="1616180"/>
                  </a:lnTo>
                  <a:lnTo>
                    <a:pt x="884701" y="1572236"/>
                  </a:lnTo>
                  <a:lnTo>
                    <a:pt x="873358" y="1528412"/>
                  </a:lnTo>
                  <a:lnTo>
                    <a:pt x="861419" y="1484713"/>
                  </a:lnTo>
                  <a:lnTo>
                    <a:pt x="848883" y="1441147"/>
                  </a:lnTo>
                  <a:lnTo>
                    <a:pt x="835750" y="1397720"/>
                  </a:lnTo>
                  <a:lnTo>
                    <a:pt x="822019" y="1354437"/>
                  </a:lnTo>
                  <a:lnTo>
                    <a:pt x="807692" y="1311306"/>
                  </a:lnTo>
                  <a:lnTo>
                    <a:pt x="792768" y="1268334"/>
                  </a:lnTo>
                  <a:lnTo>
                    <a:pt x="777247" y="1225525"/>
                  </a:lnTo>
                  <a:lnTo>
                    <a:pt x="761129" y="1182888"/>
                  </a:lnTo>
                  <a:lnTo>
                    <a:pt x="744414" y="1140428"/>
                  </a:lnTo>
                  <a:lnTo>
                    <a:pt x="727102" y="1098152"/>
                  </a:lnTo>
                  <a:lnTo>
                    <a:pt x="709193" y="1056066"/>
                  </a:lnTo>
                  <a:lnTo>
                    <a:pt x="690687" y="1014177"/>
                  </a:lnTo>
                  <a:lnTo>
                    <a:pt x="671584" y="972491"/>
                  </a:lnTo>
                  <a:lnTo>
                    <a:pt x="651885" y="931015"/>
                  </a:lnTo>
                  <a:lnTo>
                    <a:pt x="631588" y="889755"/>
                  </a:lnTo>
                  <a:lnTo>
                    <a:pt x="610694" y="848718"/>
                  </a:lnTo>
                  <a:lnTo>
                    <a:pt x="589203" y="807909"/>
                  </a:lnTo>
                  <a:lnTo>
                    <a:pt x="567116" y="767336"/>
                  </a:lnTo>
                  <a:lnTo>
                    <a:pt x="544431" y="727005"/>
                  </a:lnTo>
                  <a:lnTo>
                    <a:pt x="521149" y="686922"/>
                  </a:lnTo>
                  <a:lnTo>
                    <a:pt x="497271" y="647094"/>
                  </a:lnTo>
                  <a:lnTo>
                    <a:pt x="472795" y="607527"/>
                  </a:lnTo>
                  <a:lnTo>
                    <a:pt x="447723" y="568228"/>
                  </a:lnTo>
                  <a:lnTo>
                    <a:pt x="422053" y="529203"/>
                  </a:lnTo>
                  <a:lnTo>
                    <a:pt x="395787" y="490459"/>
                  </a:lnTo>
                  <a:lnTo>
                    <a:pt x="368923" y="452001"/>
                  </a:lnTo>
                  <a:lnTo>
                    <a:pt x="341463" y="413838"/>
                  </a:lnTo>
                  <a:lnTo>
                    <a:pt x="313406" y="375974"/>
                  </a:lnTo>
                  <a:lnTo>
                    <a:pt x="284751" y="338416"/>
                  </a:lnTo>
                  <a:lnTo>
                    <a:pt x="255500" y="301172"/>
                  </a:lnTo>
                  <a:lnTo>
                    <a:pt x="225652" y="264247"/>
                  </a:lnTo>
                  <a:lnTo>
                    <a:pt x="195207" y="227647"/>
                  </a:lnTo>
                  <a:lnTo>
                    <a:pt x="164165" y="191380"/>
                  </a:lnTo>
                  <a:lnTo>
                    <a:pt x="132526" y="155451"/>
                  </a:lnTo>
                  <a:lnTo>
                    <a:pt x="100290" y="119868"/>
                  </a:lnTo>
                  <a:lnTo>
                    <a:pt x="67456" y="84636"/>
                  </a:lnTo>
                  <a:lnTo>
                    <a:pt x="34026" y="49762"/>
                  </a:lnTo>
                  <a:lnTo>
                    <a:pt x="0" y="15252"/>
                  </a:lnTo>
                  <a:lnTo>
                    <a:pt x="15252" y="0"/>
                  </a:lnTo>
                  <a:close/>
                </a:path>
              </a:pathLst>
            </a:custGeom>
            <a:ln w="1905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8480" y="1293876"/>
              <a:ext cx="6531863" cy="7818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1562" y="1204722"/>
              <a:ext cx="969644" cy="969644"/>
            </a:xfrm>
            <a:custGeom>
              <a:avLst/>
              <a:gdLst/>
              <a:ahLst/>
              <a:cxnLst/>
              <a:rect l="l" t="t" r="r" b="b"/>
              <a:pathLst>
                <a:path w="969645" h="969644">
                  <a:moveTo>
                    <a:pt x="484631" y="0"/>
                  </a:moveTo>
                  <a:lnTo>
                    <a:pt x="437959" y="2218"/>
                  </a:lnTo>
                  <a:lnTo>
                    <a:pt x="392541" y="8738"/>
                  </a:lnTo>
                  <a:lnTo>
                    <a:pt x="348581" y="19357"/>
                  </a:lnTo>
                  <a:lnTo>
                    <a:pt x="306283" y="33871"/>
                  </a:lnTo>
                  <a:lnTo>
                    <a:pt x="265849" y="52078"/>
                  </a:lnTo>
                  <a:lnTo>
                    <a:pt x="227483" y="73774"/>
                  </a:lnTo>
                  <a:lnTo>
                    <a:pt x="191387" y="98756"/>
                  </a:lnTo>
                  <a:lnTo>
                    <a:pt x="157766" y="126821"/>
                  </a:lnTo>
                  <a:lnTo>
                    <a:pt x="126821" y="157766"/>
                  </a:lnTo>
                  <a:lnTo>
                    <a:pt x="98756" y="191387"/>
                  </a:lnTo>
                  <a:lnTo>
                    <a:pt x="73774" y="227483"/>
                  </a:lnTo>
                  <a:lnTo>
                    <a:pt x="52078" y="265849"/>
                  </a:lnTo>
                  <a:lnTo>
                    <a:pt x="33871" y="306283"/>
                  </a:lnTo>
                  <a:lnTo>
                    <a:pt x="19357" y="348581"/>
                  </a:lnTo>
                  <a:lnTo>
                    <a:pt x="8738" y="392541"/>
                  </a:lnTo>
                  <a:lnTo>
                    <a:pt x="2218" y="437959"/>
                  </a:lnTo>
                  <a:lnTo>
                    <a:pt x="0" y="484631"/>
                  </a:lnTo>
                  <a:lnTo>
                    <a:pt x="2218" y="531304"/>
                  </a:lnTo>
                  <a:lnTo>
                    <a:pt x="8738" y="576722"/>
                  </a:lnTo>
                  <a:lnTo>
                    <a:pt x="19357" y="620682"/>
                  </a:lnTo>
                  <a:lnTo>
                    <a:pt x="33871" y="662980"/>
                  </a:lnTo>
                  <a:lnTo>
                    <a:pt x="52078" y="703414"/>
                  </a:lnTo>
                  <a:lnTo>
                    <a:pt x="73774" y="741780"/>
                  </a:lnTo>
                  <a:lnTo>
                    <a:pt x="98756" y="777876"/>
                  </a:lnTo>
                  <a:lnTo>
                    <a:pt x="126821" y="811497"/>
                  </a:lnTo>
                  <a:lnTo>
                    <a:pt x="157766" y="842442"/>
                  </a:lnTo>
                  <a:lnTo>
                    <a:pt x="191387" y="870507"/>
                  </a:lnTo>
                  <a:lnTo>
                    <a:pt x="227483" y="895489"/>
                  </a:lnTo>
                  <a:lnTo>
                    <a:pt x="265849" y="917185"/>
                  </a:lnTo>
                  <a:lnTo>
                    <a:pt x="306283" y="935392"/>
                  </a:lnTo>
                  <a:lnTo>
                    <a:pt x="348581" y="949906"/>
                  </a:lnTo>
                  <a:lnTo>
                    <a:pt x="392541" y="960525"/>
                  </a:lnTo>
                  <a:lnTo>
                    <a:pt x="437959" y="967045"/>
                  </a:lnTo>
                  <a:lnTo>
                    <a:pt x="484631" y="969263"/>
                  </a:lnTo>
                  <a:lnTo>
                    <a:pt x="531304" y="967045"/>
                  </a:lnTo>
                  <a:lnTo>
                    <a:pt x="576722" y="960525"/>
                  </a:lnTo>
                  <a:lnTo>
                    <a:pt x="620682" y="949906"/>
                  </a:lnTo>
                  <a:lnTo>
                    <a:pt x="662980" y="935392"/>
                  </a:lnTo>
                  <a:lnTo>
                    <a:pt x="703414" y="917185"/>
                  </a:lnTo>
                  <a:lnTo>
                    <a:pt x="741780" y="895489"/>
                  </a:lnTo>
                  <a:lnTo>
                    <a:pt x="777876" y="870507"/>
                  </a:lnTo>
                  <a:lnTo>
                    <a:pt x="811497" y="842442"/>
                  </a:lnTo>
                  <a:lnTo>
                    <a:pt x="842442" y="811497"/>
                  </a:lnTo>
                  <a:lnTo>
                    <a:pt x="870507" y="777876"/>
                  </a:lnTo>
                  <a:lnTo>
                    <a:pt x="895489" y="741780"/>
                  </a:lnTo>
                  <a:lnTo>
                    <a:pt x="917185" y="703414"/>
                  </a:lnTo>
                  <a:lnTo>
                    <a:pt x="935392" y="662980"/>
                  </a:lnTo>
                  <a:lnTo>
                    <a:pt x="949906" y="620682"/>
                  </a:lnTo>
                  <a:lnTo>
                    <a:pt x="960525" y="576722"/>
                  </a:lnTo>
                  <a:lnTo>
                    <a:pt x="967045" y="531304"/>
                  </a:lnTo>
                  <a:lnTo>
                    <a:pt x="969263" y="484631"/>
                  </a:lnTo>
                  <a:lnTo>
                    <a:pt x="967045" y="437959"/>
                  </a:lnTo>
                  <a:lnTo>
                    <a:pt x="960525" y="392541"/>
                  </a:lnTo>
                  <a:lnTo>
                    <a:pt x="949906" y="348581"/>
                  </a:lnTo>
                  <a:lnTo>
                    <a:pt x="935392" y="306283"/>
                  </a:lnTo>
                  <a:lnTo>
                    <a:pt x="917185" y="265849"/>
                  </a:lnTo>
                  <a:lnTo>
                    <a:pt x="895489" y="227483"/>
                  </a:lnTo>
                  <a:lnTo>
                    <a:pt x="870507" y="191387"/>
                  </a:lnTo>
                  <a:lnTo>
                    <a:pt x="842442" y="157766"/>
                  </a:lnTo>
                  <a:lnTo>
                    <a:pt x="811497" y="126821"/>
                  </a:lnTo>
                  <a:lnTo>
                    <a:pt x="777876" y="98756"/>
                  </a:lnTo>
                  <a:lnTo>
                    <a:pt x="741780" y="73774"/>
                  </a:lnTo>
                  <a:lnTo>
                    <a:pt x="703414" y="52078"/>
                  </a:lnTo>
                  <a:lnTo>
                    <a:pt x="662980" y="33871"/>
                  </a:lnTo>
                  <a:lnTo>
                    <a:pt x="620682" y="19357"/>
                  </a:lnTo>
                  <a:lnTo>
                    <a:pt x="576722" y="8738"/>
                  </a:lnTo>
                  <a:lnTo>
                    <a:pt x="531304" y="2218"/>
                  </a:lnTo>
                  <a:lnTo>
                    <a:pt x="484631" y="0"/>
                  </a:lnTo>
                  <a:close/>
                </a:path>
              </a:pathLst>
            </a:custGeom>
            <a:solidFill>
              <a:srgbClr val="00A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1562" y="1204722"/>
              <a:ext cx="969644" cy="969644"/>
            </a:xfrm>
            <a:custGeom>
              <a:avLst/>
              <a:gdLst/>
              <a:ahLst/>
              <a:cxnLst/>
              <a:rect l="l" t="t" r="r" b="b"/>
              <a:pathLst>
                <a:path w="969645" h="969644">
                  <a:moveTo>
                    <a:pt x="0" y="484631"/>
                  </a:moveTo>
                  <a:lnTo>
                    <a:pt x="2218" y="437959"/>
                  </a:lnTo>
                  <a:lnTo>
                    <a:pt x="8738" y="392541"/>
                  </a:lnTo>
                  <a:lnTo>
                    <a:pt x="19357" y="348581"/>
                  </a:lnTo>
                  <a:lnTo>
                    <a:pt x="33871" y="306283"/>
                  </a:lnTo>
                  <a:lnTo>
                    <a:pt x="52078" y="265849"/>
                  </a:lnTo>
                  <a:lnTo>
                    <a:pt x="73774" y="227483"/>
                  </a:lnTo>
                  <a:lnTo>
                    <a:pt x="98756" y="191387"/>
                  </a:lnTo>
                  <a:lnTo>
                    <a:pt x="126821" y="157766"/>
                  </a:lnTo>
                  <a:lnTo>
                    <a:pt x="157766" y="126821"/>
                  </a:lnTo>
                  <a:lnTo>
                    <a:pt x="191387" y="98756"/>
                  </a:lnTo>
                  <a:lnTo>
                    <a:pt x="227483" y="73774"/>
                  </a:lnTo>
                  <a:lnTo>
                    <a:pt x="265849" y="52078"/>
                  </a:lnTo>
                  <a:lnTo>
                    <a:pt x="306283" y="33871"/>
                  </a:lnTo>
                  <a:lnTo>
                    <a:pt x="348581" y="19357"/>
                  </a:lnTo>
                  <a:lnTo>
                    <a:pt x="392541" y="8738"/>
                  </a:lnTo>
                  <a:lnTo>
                    <a:pt x="437959" y="2218"/>
                  </a:lnTo>
                  <a:lnTo>
                    <a:pt x="484631" y="0"/>
                  </a:lnTo>
                  <a:lnTo>
                    <a:pt x="531304" y="2218"/>
                  </a:lnTo>
                  <a:lnTo>
                    <a:pt x="576722" y="8738"/>
                  </a:lnTo>
                  <a:lnTo>
                    <a:pt x="620682" y="19357"/>
                  </a:lnTo>
                  <a:lnTo>
                    <a:pt x="662980" y="33871"/>
                  </a:lnTo>
                  <a:lnTo>
                    <a:pt x="703414" y="52078"/>
                  </a:lnTo>
                  <a:lnTo>
                    <a:pt x="741780" y="73774"/>
                  </a:lnTo>
                  <a:lnTo>
                    <a:pt x="777876" y="98756"/>
                  </a:lnTo>
                  <a:lnTo>
                    <a:pt x="811497" y="126821"/>
                  </a:lnTo>
                  <a:lnTo>
                    <a:pt x="842442" y="157766"/>
                  </a:lnTo>
                  <a:lnTo>
                    <a:pt x="870507" y="191387"/>
                  </a:lnTo>
                  <a:lnTo>
                    <a:pt x="895489" y="227483"/>
                  </a:lnTo>
                  <a:lnTo>
                    <a:pt x="917185" y="265849"/>
                  </a:lnTo>
                  <a:lnTo>
                    <a:pt x="935392" y="306283"/>
                  </a:lnTo>
                  <a:lnTo>
                    <a:pt x="949906" y="348581"/>
                  </a:lnTo>
                  <a:lnTo>
                    <a:pt x="960525" y="392541"/>
                  </a:lnTo>
                  <a:lnTo>
                    <a:pt x="967045" y="437959"/>
                  </a:lnTo>
                  <a:lnTo>
                    <a:pt x="969263" y="484631"/>
                  </a:lnTo>
                  <a:lnTo>
                    <a:pt x="967045" y="531304"/>
                  </a:lnTo>
                  <a:lnTo>
                    <a:pt x="960525" y="576722"/>
                  </a:lnTo>
                  <a:lnTo>
                    <a:pt x="949906" y="620682"/>
                  </a:lnTo>
                  <a:lnTo>
                    <a:pt x="935392" y="662980"/>
                  </a:lnTo>
                  <a:lnTo>
                    <a:pt x="917185" y="703414"/>
                  </a:lnTo>
                  <a:lnTo>
                    <a:pt x="895489" y="741780"/>
                  </a:lnTo>
                  <a:lnTo>
                    <a:pt x="870507" y="777876"/>
                  </a:lnTo>
                  <a:lnTo>
                    <a:pt x="842442" y="811497"/>
                  </a:lnTo>
                  <a:lnTo>
                    <a:pt x="811497" y="842442"/>
                  </a:lnTo>
                  <a:lnTo>
                    <a:pt x="777876" y="870507"/>
                  </a:lnTo>
                  <a:lnTo>
                    <a:pt x="741780" y="895489"/>
                  </a:lnTo>
                  <a:lnTo>
                    <a:pt x="703414" y="917185"/>
                  </a:lnTo>
                  <a:lnTo>
                    <a:pt x="662980" y="935392"/>
                  </a:lnTo>
                  <a:lnTo>
                    <a:pt x="620682" y="949906"/>
                  </a:lnTo>
                  <a:lnTo>
                    <a:pt x="576722" y="960525"/>
                  </a:lnTo>
                  <a:lnTo>
                    <a:pt x="531304" y="967045"/>
                  </a:lnTo>
                  <a:lnTo>
                    <a:pt x="484631" y="969263"/>
                  </a:lnTo>
                  <a:lnTo>
                    <a:pt x="437959" y="967045"/>
                  </a:lnTo>
                  <a:lnTo>
                    <a:pt x="392541" y="960525"/>
                  </a:lnTo>
                  <a:lnTo>
                    <a:pt x="348581" y="949906"/>
                  </a:lnTo>
                  <a:lnTo>
                    <a:pt x="306283" y="935392"/>
                  </a:lnTo>
                  <a:lnTo>
                    <a:pt x="265849" y="917185"/>
                  </a:lnTo>
                  <a:lnTo>
                    <a:pt x="227483" y="895489"/>
                  </a:lnTo>
                  <a:lnTo>
                    <a:pt x="191387" y="870507"/>
                  </a:lnTo>
                  <a:lnTo>
                    <a:pt x="157766" y="842442"/>
                  </a:lnTo>
                  <a:lnTo>
                    <a:pt x="126821" y="811497"/>
                  </a:lnTo>
                  <a:lnTo>
                    <a:pt x="98756" y="777876"/>
                  </a:lnTo>
                  <a:lnTo>
                    <a:pt x="73774" y="741780"/>
                  </a:lnTo>
                  <a:lnTo>
                    <a:pt x="52078" y="703414"/>
                  </a:lnTo>
                  <a:lnTo>
                    <a:pt x="33871" y="662980"/>
                  </a:lnTo>
                  <a:lnTo>
                    <a:pt x="19357" y="620682"/>
                  </a:lnTo>
                  <a:lnTo>
                    <a:pt x="8738" y="576722"/>
                  </a:lnTo>
                  <a:lnTo>
                    <a:pt x="2218" y="531304"/>
                  </a:lnTo>
                  <a:lnTo>
                    <a:pt x="0" y="484631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3488" y="2456688"/>
              <a:ext cx="6086855" cy="78181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44190" y="2364486"/>
              <a:ext cx="967740" cy="967740"/>
            </a:xfrm>
            <a:custGeom>
              <a:avLst/>
              <a:gdLst/>
              <a:ahLst/>
              <a:cxnLst/>
              <a:rect l="l" t="t" r="r" b="b"/>
              <a:pathLst>
                <a:path w="967739" h="967739">
                  <a:moveTo>
                    <a:pt x="483870" y="0"/>
                  </a:moveTo>
                  <a:lnTo>
                    <a:pt x="437270" y="2215"/>
                  </a:lnTo>
                  <a:lnTo>
                    <a:pt x="391923" y="8724"/>
                  </a:lnTo>
                  <a:lnTo>
                    <a:pt x="348033" y="19326"/>
                  </a:lnTo>
                  <a:lnTo>
                    <a:pt x="305801" y="33818"/>
                  </a:lnTo>
                  <a:lnTo>
                    <a:pt x="265430" y="51996"/>
                  </a:lnTo>
                  <a:lnTo>
                    <a:pt x="227125" y="73657"/>
                  </a:lnTo>
                  <a:lnTo>
                    <a:pt x="191086" y="98600"/>
                  </a:lnTo>
                  <a:lnTo>
                    <a:pt x="157517" y="126621"/>
                  </a:lnTo>
                  <a:lnTo>
                    <a:pt x="126621" y="157517"/>
                  </a:lnTo>
                  <a:lnTo>
                    <a:pt x="98600" y="191086"/>
                  </a:lnTo>
                  <a:lnTo>
                    <a:pt x="73657" y="227125"/>
                  </a:lnTo>
                  <a:lnTo>
                    <a:pt x="51996" y="265430"/>
                  </a:lnTo>
                  <a:lnTo>
                    <a:pt x="33818" y="305801"/>
                  </a:lnTo>
                  <a:lnTo>
                    <a:pt x="19326" y="348033"/>
                  </a:lnTo>
                  <a:lnTo>
                    <a:pt x="8724" y="391923"/>
                  </a:lnTo>
                  <a:lnTo>
                    <a:pt x="2215" y="437270"/>
                  </a:lnTo>
                  <a:lnTo>
                    <a:pt x="0" y="483870"/>
                  </a:lnTo>
                  <a:lnTo>
                    <a:pt x="2215" y="530469"/>
                  </a:lnTo>
                  <a:lnTo>
                    <a:pt x="8724" y="575816"/>
                  </a:lnTo>
                  <a:lnTo>
                    <a:pt x="19326" y="619706"/>
                  </a:lnTo>
                  <a:lnTo>
                    <a:pt x="33818" y="661938"/>
                  </a:lnTo>
                  <a:lnTo>
                    <a:pt x="51996" y="702309"/>
                  </a:lnTo>
                  <a:lnTo>
                    <a:pt x="73657" y="740614"/>
                  </a:lnTo>
                  <a:lnTo>
                    <a:pt x="98600" y="776653"/>
                  </a:lnTo>
                  <a:lnTo>
                    <a:pt x="126621" y="810222"/>
                  </a:lnTo>
                  <a:lnTo>
                    <a:pt x="157517" y="841118"/>
                  </a:lnTo>
                  <a:lnTo>
                    <a:pt x="191086" y="869139"/>
                  </a:lnTo>
                  <a:lnTo>
                    <a:pt x="227125" y="894082"/>
                  </a:lnTo>
                  <a:lnTo>
                    <a:pt x="265430" y="915743"/>
                  </a:lnTo>
                  <a:lnTo>
                    <a:pt x="305801" y="933921"/>
                  </a:lnTo>
                  <a:lnTo>
                    <a:pt x="348033" y="948413"/>
                  </a:lnTo>
                  <a:lnTo>
                    <a:pt x="391923" y="959015"/>
                  </a:lnTo>
                  <a:lnTo>
                    <a:pt x="437270" y="965524"/>
                  </a:lnTo>
                  <a:lnTo>
                    <a:pt x="483870" y="967740"/>
                  </a:lnTo>
                  <a:lnTo>
                    <a:pt x="530469" y="965524"/>
                  </a:lnTo>
                  <a:lnTo>
                    <a:pt x="575816" y="959015"/>
                  </a:lnTo>
                  <a:lnTo>
                    <a:pt x="619706" y="948413"/>
                  </a:lnTo>
                  <a:lnTo>
                    <a:pt x="661938" y="933921"/>
                  </a:lnTo>
                  <a:lnTo>
                    <a:pt x="702309" y="915743"/>
                  </a:lnTo>
                  <a:lnTo>
                    <a:pt x="740614" y="894082"/>
                  </a:lnTo>
                  <a:lnTo>
                    <a:pt x="776653" y="869139"/>
                  </a:lnTo>
                  <a:lnTo>
                    <a:pt x="810222" y="841118"/>
                  </a:lnTo>
                  <a:lnTo>
                    <a:pt x="841118" y="810222"/>
                  </a:lnTo>
                  <a:lnTo>
                    <a:pt x="869139" y="776653"/>
                  </a:lnTo>
                  <a:lnTo>
                    <a:pt x="894082" y="740614"/>
                  </a:lnTo>
                  <a:lnTo>
                    <a:pt x="915743" y="702309"/>
                  </a:lnTo>
                  <a:lnTo>
                    <a:pt x="933921" y="661938"/>
                  </a:lnTo>
                  <a:lnTo>
                    <a:pt x="948413" y="619706"/>
                  </a:lnTo>
                  <a:lnTo>
                    <a:pt x="959015" y="575816"/>
                  </a:lnTo>
                  <a:lnTo>
                    <a:pt x="965524" y="530469"/>
                  </a:lnTo>
                  <a:lnTo>
                    <a:pt x="967740" y="483870"/>
                  </a:lnTo>
                  <a:lnTo>
                    <a:pt x="965524" y="437270"/>
                  </a:lnTo>
                  <a:lnTo>
                    <a:pt x="959015" y="391923"/>
                  </a:lnTo>
                  <a:lnTo>
                    <a:pt x="948413" y="348033"/>
                  </a:lnTo>
                  <a:lnTo>
                    <a:pt x="933921" y="305801"/>
                  </a:lnTo>
                  <a:lnTo>
                    <a:pt x="915743" y="265430"/>
                  </a:lnTo>
                  <a:lnTo>
                    <a:pt x="894082" y="227125"/>
                  </a:lnTo>
                  <a:lnTo>
                    <a:pt x="869139" y="191086"/>
                  </a:lnTo>
                  <a:lnTo>
                    <a:pt x="841118" y="157517"/>
                  </a:lnTo>
                  <a:lnTo>
                    <a:pt x="810222" y="126621"/>
                  </a:lnTo>
                  <a:lnTo>
                    <a:pt x="776653" y="98600"/>
                  </a:lnTo>
                  <a:lnTo>
                    <a:pt x="740614" y="73657"/>
                  </a:lnTo>
                  <a:lnTo>
                    <a:pt x="702309" y="51996"/>
                  </a:lnTo>
                  <a:lnTo>
                    <a:pt x="661938" y="33818"/>
                  </a:lnTo>
                  <a:lnTo>
                    <a:pt x="619706" y="19326"/>
                  </a:lnTo>
                  <a:lnTo>
                    <a:pt x="575816" y="8724"/>
                  </a:lnTo>
                  <a:lnTo>
                    <a:pt x="530469" y="2215"/>
                  </a:lnTo>
                  <a:lnTo>
                    <a:pt x="483870" y="0"/>
                  </a:lnTo>
                  <a:close/>
                </a:path>
              </a:pathLst>
            </a:custGeom>
            <a:solidFill>
              <a:srgbClr val="3DC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44190" y="2364486"/>
              <a:ext cx="967740" cy="967740"/>
            </a:xfrm>
            <a:custGeom>
              <a:avLst/>
              <a:gdLst/>
              <a:ahLst/>
              <a:cxnLst/>
              <a:rect l="l" t="t" r="r" b="b"/>
              <a:pathLst>
                <a:path w="967739" h="967739">
                  <a:moveTo>
                    <a:pt x="0" y="483870"/>
                  </a:moveTo>
                  <a:lnTo>
                    <a:pt x="2215" y="437270"/>
                  </a:lnTo>
                  <a:lnTo>
                    <a:pt x="8724" y="391923"/>
                  </a:lnTo>
                  <a:lnTo>
                    <a:pt x="19326" y="348033"/>
                  </a:lnTo>
                  <a:lnTo>
                    <a:pt x="33818" y="305801"/>
                  </a:lnTo>
                  <a:lnTo>
                    <a:pt x="51996" y="265430"/>
                  </a:lnTo>
                  <a:lnTo>
                    <a:pt x="73657" y="227125"/>
                  </a:lnTo>
                  <a:lnTo>
                    <a:pt x="98600" y="191086"/>
                  </a:lnTo>
                  <a:lnTo>
                    <a:pt x="126621" y="157517"/>
                  </a:lnTo>
                  <a:lnTo>
                    <a:pt x="157517" y="126621"/>
                  </a:lnTo>
                  <a:lnTo>
                    <a:pt x="191086" y="98600"/>
                  </a:lnTo>
                  <a:lnTo>
                    <a:pt x="227125" y="73657"/>
                  </a:lnTo>
                  <a:lnTo>
                    <a:pt x="265430" y="51996"/>
                  </a:lnTo>
                  <a:lnTo>
                    <a:pt x="305801" y="33818"/>
                  </a:lnTo>
                  <a:lnTo>
                    <a:pt x="348033" y="19326"/>
                  </a:lnTo>
                  <a:lnTo>
                    <a:pt x="391923" y="8724"/>
                  </a:lnTo>
                  <a:lnTo>
                    <a:pt x="437270" y="2215"/>
                  </a:lnTo>
                  <a:lnTo>
                    <a:pt x="483870" y="0"/>
                  </a:lnTo>
                  <a:lnTo>
                    <a:pt x="530469" y="2215"/>
                  </a:lnTo>
                  <a:lnTo>
                    <a:pt x="575816" y="8724"/>
                  </a:lnTo>
                  <a:lnTo>
                    <a:pt x="619706" y="19326"/>
                  </a:lnTo>
                  <a:lnTo>
                    <a:pt x="661938" y="33818"/>
                  </a:lnTo>
                  <a:lnTo>
                    <a:pt x="702309" y="51996"/>
                  </a:lnTo>
                  <a:lnTo>
                    <a:pt x="740614" y="73657"/>
                  </a:lnTo>
                  <a:lnTo>
                    <a:pt x="776653" y="98600"/>
                  </a:lnTo>
                  <a:lnTo>
                    <a:pt x="810222" y="126621"/>
                  </a:lnTo>
                  <a:lnTo>
                    <a:pt x="841118" y="157517"/>
                  </a:lnTo>
                  <a:lnTo>
                    <a:pt x="869139" y="191086"/>
                  </a:lnTo>
                  <a:lnTo>
                    <a:pt x="894082" y="227125"/>
                  </a:lnTo>
                  <a:lnTo>
                    <a:pt x="915743" y="265430"/>
                  </a:lnTo>
                  <a:lnTo>
                    <a:pt x="933921" y="305801"/>
                  </a:lnTo>
                  <a:lnTo>
                    <a:pt x="948413" y="348033"/>
                  </a:lnTo>
                  <a:lnTo>
                    <a:pt x="959015" y="391923"/>
                  </a:lnTo>
                  <a:lnTo>
                    <a:pt x="965524" y="437270"/>
                  </a:lnTo>
                  <a:lnTo>
                    <a:pt x="967740" y="483870"/>
                  </a:lnTo>
                  <a:lnTo>
                    <a:pt x="965524" y="530469"/>
                  </a:lnTo>
                  <a:lnTo>
                    <a:pt x="959015" y="575816"/>
                  </a:lnTo>
                  <a:lnTo>
                    <a:pt x="948413" y="619706"/>
                  </a:lnTo>
                  <a:lnTo>
                    <a:pt x="933921" y="661938"/>
                  </a:lnTo>
                  <a:lnTo>
                    <a:pt x="915743" y="702309"/>
                  </a:lnTo>
                  <a:lnTo>
                    <a:pt x="894082" y="740614"/>
                  </a:lnTo>
                  <a:lnTo>
                    <a:pt x="869139" y="776653"/>
                  </a:lnTo>
                  <a:lnTo>
                    <a:pt x="841118" y="810222"/>
                  </a:lnTo>
                  <a:lnTo>
                    <a:pt x="810222" y="841118"/>
                  </a:lnTo>
                  <a:lnTo>
                    <a:pt x="776653" y="869139"/>
                  </a:lnTo>
                  <a:lnTo>
                    <a:pt x="740614" y="894082"/>
                  </a:lnTo>
                  <a:lnTo>
                    <a:pt x="702309" y="915743"/>
                  </a:lnTo>
                  <a:lnTo>
                    <a:pt x="661938" y="933921"/>
                  </a:lnTo>
                  <a:lnTo>
                    <a:pt x="619706" y="948413"/>
                  </a:lnTo>
                  <a:lnTo>
                    <a:pt x="575816" y="959015"/>
                  </a:lnTo>
                  <a:lnTo>
                    <a:pt x="530469" y="965524"/>
                  </a:lnTo>
                  <a:lnTo>
                    <a:pt x="483870" y="967740"/>
                  </a:lnTo>
                  <a:lnTo>
                    <a:pt x="437270" y="965524"/>
                  </a:lnTo>
                  <a:lnTo>
                    <a:pt x="391923" y="959015"/>
                  </a:lnTo>
                  <a:lnTo>
                    <a:pt x="348033" y="948413"/>
                  </a:lnTo>
                  <a:lnTo>
                    <a:pt x="305801" y="933921"/>
                  </a:lnTo>
                  <a:lnTo>
                    <a:pt x="265430" y="915743"/>
                  </a:lnTo>
                  <a:lnTo>
                    <a:pt x="227125" y="894082"/>
                  </a:lnTo>
                  <a:lnTo>
                    <a:pt x="191086" y="869139"/>
                  </a:lnTo>
                  <a:lnTo>
                    <a:pt x="157517" y="841118"/>
                  </a:lnTo>
                  <a:lnTo>
                    <a:pt x="126621" y="810222"/>
                  </a:lnTo>
                  <a:lnTo>
                    <a:pt x="98600" y="776653"/>
                  </a:lnTo>
                  <a:lnTo>
                    <a:pt x="73657" y="740614"/>
                  </a:lnTo>
                  <a:lnTo>
                    <a:pt x="51996" y="702309"/>
                  </a:lnTo>
                  <a:lnTo>
                    <a:pt x="33818" y="661938"/>
                  </a:lnTo>
                  <a:lnTo>
                    <a:pt x="19326" y="619706"/>
                  </a:lnTo>
                  <a:lnTo>
                    <a:pt x="8724" y="575816"/>
                  </a:lnTo>
                  <a:lnTo>
                    <a:pt x="2215" y="530469"/>
                  </a:lnTo>
                  <a:lnTo>
                    <a:pt x="0" y="483870"/>
                  </a:lnTo>
                  <a:close/>
                </a:path>
              </a:pathLst>
            </a:custGeom>
            <a:ln w="9994">
              <a:solidFill>
                <a:srgbClr val="61CD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3488" y="3619500"/>
              <a:ext cx="6086855" cy="78181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44190" y="3527298"/>
              <a:ext cx="967740" cy="967740"/>
            </a:xfrm>
            <a:custGeom>
              <a:avLst/>
              <a:gdLst/>
              <a:ahLst/>
              <a:cxnLst/>
              <a:rect l="l" t="t" r="r" b="b"/>
              <a:pathLst>
                <a:path w="967739" h="967739">
                  <a:moveTo>
                    <a:pt x="483870" y="0"/>
                  </a:moveTo>
                  <a:lnTo>
                    <a:pt x="437270" y="2215"/>
                  </a:lnTo>
                  <a:lnTo>
                    <a:pt x="391923" y="8724"/>
                  </a:lnTo>
                  <a:lnTo>
                    <a:pt x="348033" y="19326"/>
                  </a:lnTo>
                  <a:lnTo>
                    <a:pt x="305801" y="33818"/>
                  </a:lnTo>
                  <a:lnTo>
                    <a:pt x="265430" y="51996"/>
                  </a:lnTo>
                  <a:lnTo>
                    <a:pt x="227125" y="73657"/>
                  </a:lnTo>
                  <a:lnTo>
                    <a:pt x="191086" y="98600"/>
                  </a:lnTo>
                  <a:lnTo>
                    <a:pt x="157517" y="126621"/>
                  </a:lnTo>
                  <a:lnTo>
                    <a:pt x="126621" y="157517"/>
                  </a:lnTo>
                  <a:lnTo>
                    <a:pt x="98600" y="191086"/>
                  </a:lnTo>
                  <a:lnTo>
                    <a:pt x="73657" y="227125"/>
                  </a:lnTo>
                  <a:lnTo>
                    <a:pt x="51996" y="265430"/>
                  </a:lnTo>
                  <a:lnTo>
                    <a:pt x="33818" y="305801"/>
                  </a:lnTo>
                  <a:lnTo>
                    <a:pt x="19326" y="348033"/>
                  </a:lnTo>
                  <a:lnTo>
                    <a:pt x="8724" y="391923"/>
                  </a:lnTo>
                  <a:lnTo>
                    <a:pt x="2215" y="437270"/>
                  </a:lnTo>
                  <a:lnTo>
                    <a:pt x="0" y="483869"/>
                  </a:lnTo>
                  <a:lnTo>
                    <a:pt x="2215" y="530469"/>
                  </a:lnTo>
                  <a:lnTo>
                    <a:pt x="8724" y="575816"/>
                  </a:lnTo>
                  <a:lnTo>
                    <a:pt x="19326" y="619706"/>
                  </a:lnTo>
                  <a:lnTo>
                    <a:pt x="33818" y="661938"/>
                  </a:lnTo>
                  <a:lnTo>
                    <a:pt x="51996" y="702309"/>
                  </a:lnTo>
                  <a:lnTo>
                    <a:pt x="73657" y="740614"/>
                  </a:lnTo>
                  <a:lnTo>
                    <a:pt x="98600" y="776653"/>
                  </a:lnTo>
                  <a:lnTo>
                    <a:pt x="126621" y="810222"/>
                  </a:lnTo>
                  <a:lnTo>
                    <a:pt x="157517" y="841118"/>
                  </a:lnTo>
                  <a:lnTo>
                    <a:pt x="191086" y="869139"/>
                  </a:lnTo>
                  <a:lnTo>
                    <a:pt x="227125" y="894082"/>
                  </a:lnTo>
                  <a:lnTo>
                    <a:pt x="265430" y="915743"/>
                  </a:lnTo>
                  <a:lnTo>
                    <a:pt x="305801" y="933921"/>
                  </a:lnTo>
                  <a:lnTo>
                    <a:pt x="348033" y="948413"/>
                  </a:lnTo>
                  <a:lnTo>
                    <a:pt x="391923" y="959015"/>
                  </a:lnTo>
                  <a:lnTo>
                    <a:pt x="437270" y="965524"/>
                  </a:lnTo>
                  <a:lnTo>
                    <a:pt x="483870" y="967739"/>
                  </a:lnTo>
                  <a:lnTo>
                    <a:pt x="530469" y="965524"/>
                  </a:lnTo>
                  <a:lnTo>
                    <a:pt x="575816" y="959015"/>
                  </a:lnTo>
                  <a:lnTo>
                    <a:pt x="619706" y="948413"/>
                  </a:lnTo>
                  <a:lnTo>
                    <a:pt x="661938" y="933921"/>
                  </a:lnTo>
                  <a:lnTo>
                    <a:pt x="702309" y="915743"/>
                  </a:lnTo>
                  <a:lnTo>
                    <a:pt x="740614" y="894082"/>
                  </a:lnTo>
                  <a:lnTo>
                    <a:pt x="776653" y="869139"/>
                  </a:lnTo>
                  <a:lnTo>
                    <a:pt x="810222" y="841118"/>
                  </a:lnTo>
                  <a:lnTo>
                    <a:pt x="841118" y="810222"/>
                  </a:lnTo>
                  <a:lnTo>
                    <a:pt x="869139" y="776653"/>
                  </a:lnTo>
                  <a:lnTo>
                    <a:pt x="894082" y="740614"/>
                  </a:lnTo>
                  <a:lnTo>
                    <a:pt x="915743" y="702309"/>
                  </a:lnTo>
                  <a:lnTo>
                    <a:pt x="933921" y="661938"/>
                  </a:lnTo>
                  <a:lnTo>
                    <a:pt x="948413" y="619706"/>
                  </a:lnTo>
                  <a:lnTo>
                    <a:pt x="959015" y="575816"/>
                  </a:lnTo>
                  <a:lnTo>
                    <a:pt x="965524" y="530469"/>
                  </a:lnTo>
                  <a:lnTo>
                    <a:pt x="967740" y="483869"/>
                  </a:lnTo>
                  <a:lnTo>
                    <a:pt x="965524" y="437270"/>
                  </a:lnTo>
                  <a:lnTo>
                    <a:pt x="959015" y="391923"/>
                  </a:lnTo>
                  <a:lnTo>
                    <a:pt x="948413" y="348033"/>
                  </a:lnTo>
                  <a:lnTo>
                    <a:pt x="933921" y="305801"/>
                  </a:lnTo>
                  <a:lnTo>
                    <a:pt x="915743" y="265430"/>
                  </a:lnTo>
                  <a:lnTo>
                    <a:pt x="894082" y="227125"/>
                  </a:lnTo>
                  <a:lnTo>
                    <a:pt x="869139" y="191086"/>
                  </a:lnTo>
                  <a:lnTo>
                    <a:pt x="841118" y="157517"/>
                  </a:lnTo>
                  <a:lnTo>
                    <a:pt x="810222" y="126621"/>
                  </a:lnTo>
                  <a:lnTo>
                    <a:pt x="776653" y="98600"/>
                  </a:lnTo>
                  <a:lnTo>
                    <a:pt x="740614" y="73657"/>
                  </a:lnTo>
                  <a:lnTo>
                    <a:pt x="702309" y="51996"/>
                  </a:lnTo>
                  <a:lnTo>
                    <a:pt x="661938" y="33818"/>
                  </a:lnTo>
                  <a:lnTo>
                    <a:pt x="619706" y="19326"/>
                  </a:lnTo>
                  <a:lnTo>
                    <a:pt x="575816" y="8724"/>
                  </a:lnTo>
                  <a:lnTo>
                    <a:pt x="530469" y="2215"/>
                  </a:lnTo>
                  <a:lnTo>
                    <a:pt x="483870" y="0"/>
                  </a:lnTo>
                  <a:close/>
                </a:path>
              </a:pathLst>
            </a:custGeom>
            <a:solidFill>
              <a:srgbClr val="61CD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4190" y="3527298"/>
              <a:ext cx="967740" cy="967740"/>
            </a:xfrm>
            <a:custGeom>
              <a:avLst/>
              <a:gdLst/>
              <a:ahLst/>
              <a:cxnLst/>
              <a:rect l="l" t="t" r="r" b="b"/>
              <a:pathLst>
                <a:path w="967739" h="967739">
                  <a:moveTo>
                    <a:pt x="0" y="483869"/>
                  </a:moveTo>
                  <a:lnTo>
                    <a:pt x="2215" y="437270"/>
                  </a:lnTo>
                  <a:lnTo>
                    <a:pt x="8724" y="391923"/>
                  </a:lnTo>
                  <a:lnTo>
                    <a:pt x="19326" y="348033"/>
                  </a:lnTo>
                  <a:lnTo>
                    <a:pt x="33818" y="305801"/>
                  </a:lnTo>
                  <a:lnTo>
                    <a:pt x="51996" y="265430"/>
                  </a:lnTo>
                  <a:lnTo>
                    <a:pt x="73657" y="227125"/>
                  </a:lnTo>
                  <a:lnTo>
                    <a:pt x="98600" y="191086"/>
                  </a:lnTo>
                  <a:lnTo>
                    <a:pt x="126621" y="157517"/>
                  </a:lnTo>
                  <a:lnTo>
                    <a:pt x="157517" y="126621"/>
                  </a:lnTo>
                  <a:lnTo>
                    <a:pt x="191086" y="98600"/>
                  </a:lnTo>
                  <a:lnTo>
                    <a:pt x="227125" y="73657"/>
                  </a:lnTo>
                  <a:lnTo>
                    <a:pt x="265430" y="51996"/>
                  </a:lnTo>
                  <a:lnTo>
                    <a:pt x="305801" y="33818"/>
                  </a:lnTo>
                  <a:lnTo>
                    <a:pt x="348033" y="19326"/>
                  </a:lnTo>
                  <a:lnTo>
                    <a:pt x="391923" y="8724"/>
                  </a:lnTo>
                  <a:lnTo>
                    <a:pt x="437270" y="2215"/>
                  </a:lnTo>
                  <a:lnTo>
                    <a:pt x="483870" y="0"/>
                  </a:lnTo>
                  <a:lnTo>
                    <a:pt x="530469" y="2215"/>
                  </a:lnTo>
                  <a:lnTo>
                    <a:pt x="575816" y="8724"/>
                  </a:lnTo>
                  <a:lnTo>
                    <a:pt x="619706" y="19326"/>
                  </a:lnTo>
                  <a:lnTo>
                    <a:pt x="661938" y="33818"/>
                  </a:lnTo>
                  <a:lnTo>
                    <a:pt x="702309" y="51996"/>
                  </a:lnTo>
                  <a:lnTo>
                    <a:pt x="740614" y="73657"/>
                  </a:lnTo>
                  <a:lnTo>
                    <a:pt x="776653" y="98600"/>
                  </a:lnTo>
                  <a:lnTo>
                    <a:pt x="810222" y="126621"/>
                  </a:lnTo>
                  <a:lnTo>
                    <a:pt x="841118" y="157517"/>
                  </a:lnTo>
                  <a:lnTo>
                    <a:pt x="869139" y="191086"/>
                  </a:lnTo>
                  <a:lnTo>
                    <a:pt x="894082" y="227125"/>
                  </a:lnTo>
                  <a:lnTo>
                    <a:pt x="915743" y="265430"/>
                  </a:lnTo>
                  <a:lnTo>
                    <a:pt x="933921" y="305801"/>
                  </a:lnTo>
                  <a:lnTo>
                    <a:pt x="948413" y="348033"/>
                  </a:lnTo>
                  <a:lnTo>
                    <a:pt x="959015" y="391923"/>
                  </a:lnTo>
                  <a:lnTo>
                    <a:pt x="965524" y="437270"/>
                  </a:lnTo>
                  <a:lnTo>
                    <a:pt x="967740" y="483869"/>
                  </a:lnTo>
                  <a:lnTo>
                    <a:pt x="965524" y="530469"/>
                  </a:lnTo>
                  <a:lnTo>
                    <a:pt x="959015" y="575816"/>
                  </a:lnTo>
                  <a:lnTo>
                    <a:pt x="948413" y="619706"/>
                  </a:lnTo>
                  <a:lnTo>
                    <a:pt x="933921" y="661938"/>
                  </a:lnTo>
                  <a:lnTo>
                    <a:pt x="915743" y="702309"/>
                  </a:lnTo>
                  <a:lnTo>
                    <a:pt x="894082" y="740614"/>
                  </a:lnTo>
                  <a:lnTo>
                    <a:pt x="869139" y="776653"/>
                  </a:lnTo>
                  <a:lnTo>
                    <a:pt x="841118" y="810222"/>
                  </a:lnTo>
                  <a:lnTo>
                    <a:pt x="810222" y="841118"/>
                  </a:lnTo>
                  <a:lnTo>
                    <a:pt x="776653" y="869139"/>
                  </a:lnTo>
                  <a:lnTo>
                    <a:pt x="740614" y="894082"/>
                  </a:lnTo>
                  <a:lnTo>
                    <a:pt x="702309" y="915743"/>
                  </a:lnTo>
                  <a:lnTo>
                    <a:pt x="661938" y="933921"/>
                  </a:lnTo>
                  <a:lnTo>
                    <a:pt x="619706" y="948413"/>
                  </a:lnTo>
                  <a:lnTo>
                    <a:pt x="575816" y="959015"/>
                  </a:lnTo>
                  <a:lnTo>
                    <a:pt x="530469" y="965524"/>
                  </a:lnTo>
                  <a:lnTo>
                    <a:pt x="483870" y="967739"/>
                  </a:lnTo>
                  <a:lnTo>
                    <a:pt x="437270" y="965524"/>
                  </a:lnTo>
                  <a:lnTo>
                    <a:pt x="391923" y="959015"/>
                  </a:lnTo>
                  <a:lnTo>
                    <a:pt x="348033" y="948413"/>
                  </a:lnTo>
                  <a:lnTo>
                    <a:pt x="305801" y="933921"/>
                  </a:lnTo>
                  <a:lnTo>
                    <a:pt x="265430" y="915743"/>
                  </a:lnTo>
                  <a:lnTo>
                    <a:pt x="227125" y="894082"/>
                  </a:lnTo>
                  <a:lnTo>
                    <a:pt x="191086" y="869139"/>
                  </a:lnTo>
                  <a:lnTo>
                    <a:pt x="157517" y="841118"/>
                  </a:lnTo>
                  <a:lnTo>
                    <a:pt x="126621" y="810222"/>
                  </a:lnTo>
                  <a:lnTo>
                    <a:pt x="98600" y="776653"/>
                  </a:lnTo>
                  <a:lnTo>
                    <a:pt x="73657" y="740614"/>
                  </a:lnTo>
                  <a:lnTo>
                    <a:pt x="51996" y="702309"/>
                  </a:lnTo>
                  <a:lnTo>
                    <a:pt x="33818" y="661938"/>
                  </a:lnTo>
                  <a:lnTo>
                    <a:pt x="19326" y="619706"/>
                  </a:lnTo>
                  <a:lnTo>
                    <a:pt x="8724" y="575816"/>
                  </a:lnTo>
                  <a:lnTo>
                    <a:pt x="2215" y="530469"/>
                  </a:lnTo>
                  <a:lnTo>
                    <a:pt x="0" y="483869"/>
                  </a:lnTo>
                  <a:close/>
                </a:path>
              </a:pathLst>
            </a:custGeom>
            <a:ln w="9994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8480" y="4782311"/>
              <a:ext cx="6531863" cy="78181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685470" y="1387565"/>
            <a:ext cx="5869305" cy="402907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28955">
              <a:lnSpc>
                <a:spcPts val="1960"/>
              </a:lnSpc>
              <a:spcBef>
                <a:spcPts val="330"/>
              </a:spcBef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invalidate()</a:t>
            </a:r>
            <a:r>
              <a:rPr sz="1800" dirty="0">
                <a:latin typeface="Calisto MT"/>
                <a:cs typeface="Calisto MT"/>
              </a:rPr>
              <a:t>method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helps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avoid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unauthorized hacking.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800">
              <a:latin typeface="Calisto MT"/>
              <a:cs typeface="Calisto MT"/>
            </a:endParaRPr>
          </a:p>
          <a:p>
            <a:pPr marL="456565" marR="5080">
              <a:lnSpc>
                <a:spcPts val="1960"/>
              </a:lnSpc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invalidate()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destroys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session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another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might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require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 </a:t>
            </a:r>
            <a:r>
              <a:rPr sz="1800" spc="-10" dirty="0">
                <a:latin typeface="Calisto MT"/>
                <a:cs typeface="Calisto MT"/>
              </a:rPr>
              <a:t>future.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800">
              <a:latin typeface="Calisto MT"/>
              <a:cs typeface="Calisto MT"/>
            </a:endParaRPr>
          </a:p>
          <a:p>
            <a:pPr marL="456565" marR="235585">
              <a:lnSpc>
                <a:spcPts val="1910"/>
              </a:lnSpc>
            </a:pPr>
            <a:r>
              <a:rPr sz="1800" dirty="0">
                <a:latin typeface="Calisto MT"/>
                <a:cs typeface="Calisto MT"/>
              </a:rPr>
              <a:t>Sessions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invalidated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through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code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manually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invalidate()</a:t>
            </a:r>
            <a:r>
              <a:rPr sz="1800" spc="-10" dirty="0">
                <a:latin typeface="Calisto MT"/>
                <a:cs typeface="Calisto MT"/>
              </a:rPr>
              <a:t>method.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800">
              <a:latin typeface="Calisto MT"/>
              <a:cs typeface="Calisto MT"/>
            </a:endParaRPr>
          </a:p>
          <a:p>
            <a:pPr marL="12700" marR="1123315">
              <a:lnSpc>
                <a:spcPts val="1870"/>
              </a:lnSpc>
            </a:pPr>
            <a:r>
              <a:rPr sz="1800" dirty="0">
                <a:latin typeface="Calisto MT"/>
                <a:cs typeface="Calisto MT"/>
              </a:rPr>
              <a:t>Sessions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invalidated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memory management.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94184" y="4685112"/>
            <a:ext cx="979805" cy="977900"/>
            <a:chOff x="2594184" y="4685112"/>
            <a:chExt cx="979805" cy="977900"/>
          </a:xfrm>
        </p:grpSpPr>
        <p:sp>
          <p:nvSpPr>
            <p:cNvPr id="17" name="object 17"/>
            <p:cNvSpPr/>
            <p:nvPr/>
          </p:nvSpPr>
          <p:spPr>
            <a:xfrm>
              <a:off x="2599181" y="4690109"/>
              <a:ext cx="969644" cy="967740"/>
            </a:xfrm>
            <a:custGeom>
              <a:avLst/>
              <a:gdLst/>
              <a:ahLst/>
              <a:cxnLst/>
              <a:rect l="l" t="t" r="r" b="b"/>
              <a:pathLst>
                <a:path w="969645" h="967739">
                  <a:moveTo>
                    <a:pt x="484631" y="0"/>
                  </a:moveTo>
                  <a:lnTo>
                    <a:pt x="437959" y="2215"/>
                  </a:lnTo>
                  <a:lnTo>
                    <a:pt x="392541" y="8724"/>
                  </a:lnTo>
                  <a:lnTo>
                    <a:pt x="348581" y="19326"/>
                  </a:lnTo>
                  <a:lnTo>
                    <a:pt x="306283" y="33818"/>
                  </a:lnTo>
                  <a:lnTo>
                    <a:pt x="265849" y="51996"/>
                  </a:lnTo>
                  <a:lnTo>
                    <a:pt x="227483" y="73657"/>
                  </a:lnTo>
                  <a:lnTo>
                    <a:pt x="191387" y="98600"/>
                  </a:lnTo>
                  <a:lnTo>
                    <a:pt x="157766" y="126621"/>
                  </a:lnTo>
                  <a:lnTo>
                    <a:pt x="126821" y="157517"/>
                  </a:lnTo>
                  <a:lnTo>
                    <a:pt x="98756" y="191086"/>
                  </a:lnTo>
                  <a:lnTo>
                    <a:pt x="73774" y="227125"/>
                  </a:lnTo>
                  <a:lnTo>
                    <a:pt x="52078" y="265430"/>
                  </a:lnTo>
                  <a:lnTo>
                    <a:pt x="33871" y="305801"/>
                  </a:lnTo>
                  <a:lnTo>
                    <a:pt x="19357" y="348033"/>
                  </a:lnTo>
                  <a:lnTo>
                    <a:pt x="8738" y="391923"/>
                  </a:lnTo>
                  <a:lnTo>
                    <a:pt x="2218" y="437270"/>
                  </a:lnTo>
                  <a:lnTo>
                    <a:pt x="0" y="483869"/>
                  </a:lnTo>
                  <a:lnTo>
                    <a:pt x="2218" y="530469"/>
                  </a:lnTo>
                  <a:lnTo>
                    <a:pt x="8738" y="575816"/>
                  </a:lnTo>
                  <a:lnTo>
                    <a:pt x="19357" y="619706"/>
                  </a:lnTo>
                  <a:lnTo>
                    <a:pt x="33871" y="661938"/>
                  </a:lnTo>
                  <a:lnTo>
                    <a:pt x="52078" y="702309"/>
                  </a:lnTo>
                  <a:lnTo>
                    <a:pt x="73774" y="740614"/>
                  </a:lnTo>
                  <a:lnTo>
                    <a:pt x="98756" y="776653"/>
                  </a:lnTo>
                  <a:lnTo>
                    <a:pt x="126821" y="810222"/>
                  </a:lnTo>
                  <a:lnTo>
                    <a:pt x="157766" y="841118"/>
                  </a:lnTo>
                  <a:lnTo>
                    <a:pt x="191387" y="869139"/>
                  </a:lnTo>
                  <a:lnTo>
                    <a:pt x="227483" y="894082"/>
                  </a:lnTo>
                  <a:lnTo>
                    <a:pt x="265849" y="915743"/>
                  </a:lnTo>
                  <a:lnTo>
                    <a:pt x="306283" y="933921"/>
                  </a:lnTo>
                  <a:lnTo>
                    <a:pt x="348581" y="948413"/>
                  </a:lnTo>
                  <a:lnTo>
                    <a:pt x="392541" y="959015"/>
                  </a:lnTo>
                  <a:lnTo>
                    <a:pt x="437959" y="965524"/>
                  </a:lnTo>
                  <a:lnTo>
                    <a:pt x="484631" y="967739"/>
                  </a:lnTo>
                  <a:lnTo>
                    <a:pt x="531304" y="965524"/>
                  </a:lnTo>
                  <a:lnTo>
                    <a:pt x="576722" y="959015"/>
                  </a:lnTo>
                  <a:lnTo>
                    <a:pt x="620682" y="948413"/>
                  </a:lnTo>
                  <a:lnTo>
                    <a:pt x="662980" y="933921"/>
                  </a:lnTo>
                  <a:lnTo>
                    <a:pt x="703414" y="915743"/>
                  </a:lnTo>
                  <a:lnTo>
                    <a:pt x="741780" y="894082"/>
                  </a:lnTo>
                  <a:lnTo>
                    <a:pt x="777876" y="869139"/>
                  </a:lnTo>
                  <a:lnTo>
                    <a:pt x="811497" y="841118"/>
                  </a:lnTo>
                  <a:lnTo>
                    <a:pt x="842442" y="810222"/>
                  </a:lnTo>
                  <a:lnTo>
                    <a:pt x="870507" y="776653"/>
                  </a:lnTo>
                  <a:lnTo>
                    <a:pt x="895489" y="740614"/>
                  </a:lnTo>
                  <a:lnTo>
                    <a:pt x="917185" y="702309"/>
                  </a:lnTo>
                  <a:lnTo>
                    <a:pt x="935392" y="661938"/>
                  </a:lnTo>
                  <a:lnTo>
                    <a:pt x="949906" y="619706"/>
                  </a:lnTo>
                  <a:lnTo>
                    <a:pt x="960525" y="575816"/>
                  </a:lnTo>
                  <a:lnTo>
                    <a:pt x="967045" y="530469"/>
                  </a:lnTo>
                  <a:lnTo>
                    <a:pt x="969263" y="483869"/>
                  </a:lnTo>
                  <a:lnTo>
                    <a:pt x="967045" y="437270"/>
                  </a:lnTo>
                  <a:lnTo>
                    <a:pt x="960525" y="391923"/>
                  </a:lnTo>
                  <a:lnTo>
                    <a:pt x="949906" y="348033"/>
                  </a:lnTo>
                  <a:lnTo>
                    <a:pt x="935392" y="305801"/>
                  </a:lnTo>
                  <a:lnTo>
                    <a:pt x="917185" y="265430"/>
                  </a:lnTo>
                  <a:lnTo>
                    <a:pt x="895489" y="227125"/>
                  </a:lnTo>
                  <a:lnTo>
                    <a:pt x="870507" y="191086"/>
                  </a:lnTo>
                  <a:lnTo>
                    <a:pt x="842442" y="157517"/>
                  </a:lnTo>
                  <a:lnTo>
                    <a:pt x="811497" y="126621"/>
                  </a:lnTo>
                  <a:lnTo>
                    <a:pt x="777876" y="98600"/>
                  </a:lnTo>
                  <a:lnTo>
                    <a:pt x="741780" y="73657"/>
                  </a:lnTo>
                  <a:lnTo>
                    <a:pt x="703414" y="51996"/>
                  </a:lnTo>
                  <a:lnTo>
                    <a:pt x="662980" y="33818"/>
                  </a:lnTo>
                  <a:lnTo>
                    <a:pt x="620682" y="19326"/>
                  </a:lnTo>
                  <a:lnTo>
                    <a:pt x="576722" y="8724"/>
                  </a:lnTo>
                  <a:lnTo>
                    <a:pt x="531304" y="2215"/>
                  </a:lnTo>
                  <a:lnTo>
                    <a:pt x="484631" y="0"/>
                  </a:lnTo>
                  <a:close/>
                </a:path>
              </a:pathLst>
            </a:custGeom>
            <a:solidFill>
              <a:srgbClr val="D4D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99181" y="4690109"/>
              <a:ext cx="969644" cy="967740"/>
            </a:xfrm>
            <a:custGeom>
              <a:avLst/>
              <a:gdLst/>
              <a:ahLst/>
              <a:cxnLst/>
              <a:rect l="l" t="t" r="r" b="b"/>
              <a:pathLst>
                <a:path w="969645" h="967739">
                  <a:moveTo>
                    <a:pt x="0" y="483869"/>
                  </a:moveTo>
                  <a:lnTo>
                    <a:pt x="2218" y="437270"/>
                  </a:lnTo>
                  <a:lnTo>
                    <a:pt x="8738" y="391923"/>
                  </a:lnTo>
                  <a:lnTo>
                    <a:pt x="19357" y="348033"/>
                  </a:lnTo>
                  <a:lnTo>
                    <a:pt x="33871" y="305801"/>
                  </a:lnTo>
                  <a:lnTo>
                    <a:pt x="52078" y="265430"/>
                  </a:lnTo>
                  <a:lnTo>
                    <a:pt x="73774" y="227125"/>
                  </a:lnTo>
                  <a:lnTo>
                    <a:pt x="98756" y="191086"/>
                  </a:lnTo>
                  <a:lnTo>
                    <a:pt x="126821" y="157517"/>
                  </a:lnTo>
                  <a:lnTo>
                    <a:pt x="157766" y="126621"/>
                  </a:lnTo>
                  <a:lnTo>
                    <a:pt x="191387" y="98600"/>
                  </a:lnTo>
                  <a:lnTo>
                    <a:pt x="227483" y="73657"/>
                  </a:lnTo>
                  <a:lnTo>
                    <a:pt x="265849" y="51996"/>
                  </a:lnTo>
                  <a:lnTo>
                    <a:pt x="306283" y="33818"/>
                  </a:lnTo>
                  <a:lnTo>
                    <a:pt x="348581" y="19326"/>
                  </a:lnTo>
                  <a:lnTo>
                    <a:pt x="392541" y="8724"/>
                  </a:lnTo>
                  <a:lnTo>
                    <a:pt x="437959" y="2215"/>
                  </a:lnTo>
                  <a:lnTo>
                    <a:pt x="484631" y="0"/>
                  </a:lnTo>
                  <a:lnTo>
                    <a:pt x="531304" y="2215"/>
                  </a:lnTo>
                  <a:lnTo>
                    <a:pt x="576722" y="8724"/>
                  </a:lnTo>
                  <a:lnTo>
                    <a:pt x="620682" y="19326"/>
                  </a:lnTo>
                  <a:lnTo>
                    <a:pt x="662980" y="33818"/>
                  </a:lnTo>
                  <a:lnTo>
                    <a:pt x="703414" y="51996"/>
                  </a:lnTo>
                  <a:lnTo>
                    <a:pt x="741780" y="73657"/>
                  </a:lnTo>
                  <a:lnTo>
                    <a:pt x="777876" y="98600"/>
                  </a:lnTo>
                  <a:lnTo>
                    <a:pt x="811497" y="126621"/>
                  </a:lnTo>
                  <a:lnTo>
                    <a:pt x="842442" y="157517"/>
                  </a:lnTo>
                  <a:lnTo>
                    <a:pt x="870507" y="191086"/>
                  </a:lnTo>
                  <a:lnTo>
                    <a:pt x="895489" y="227125"/>
                  </a:lnTo>
                  <a:lnTo>
                    <a:pt x="917185" y="265430"/>
                  </a:lnTo>
                  <a:lnTo>
                    <a:pt x="935392" y="305801"/>
                  </a:lnTo>
                  <a:lnTo>
                    <a:pt x="949906" y="348033"/>
                  </a:lnTo>
                  <a:lnTo>
                    <a:pt x="960525" y="391923"/>
                  </a:lnTo>
                  <a:lnTo>
                    <a:pt x="967045" y="437270"/>
                  </a:lnTo>
                  <a:lnTo>
                    <a:pt x="969263" y="483869"/>
                  </a:lnTo>
                  <a:lnTo>
                    <a:pt x="967045" y="530469"/>
                  </a:lnTo>
                  <a:lnTo>
                    <a:pt x="960525" y="575816"/>
                  </a:lnTo>
                  <a:lnTo>
                    <a:pt x="949906" y="619706"/>
                  </a:lnTo>
                  <a:lnTo>
                    <a:pt x="935392" y="661938"/>
                  </a:lnTo>
                  <a:lnTo>
                    <a:pt x="917185" y="702309"/>
                  </a:lnTo>
                  <a:lnTo>
                    <a:pt x="895489" y="740614"/>
                  </a:lnTo>
                  <a:lnTo>
                    <a:pt x="870507" y="776653"/>
                  </a:lnTo>
                  <a:lnTo>
                    <a:pt x="842442" y="810222"/>
                  </a:lnTo>
                  <a:lnTo>
                    <a:pt x="811497" y="841118"/>
                  </a:lnTo>
                  <a:lnTo>
                    <a:pt x="777876" y="869139"/>
                  </a:lnTo>
                  <a:lnTo>
                    <a:pt x="741780" y="894082"/>
                  </a:lnTo>
                  <a:lnTo>
                    <a:pt x="703414" y="915743"/>
                  </a:lnTo>
                  <a:lnTo>
                    <a:pt x="662980" y="933921"/>
                  </a:lnTo>
                  <a:lnTo>
                    <a:pt x="620682" y="948413"/>
                  </a:lnTo>
                  <a:lnTo>
                    <a:pt x="576722" y="959015"/>
                  </a:lnTo>
                  <a:lnTo>
                    <a:pt x="531304" y="965524"/>
                  </a:lnTo>
                  <a:lnTo>
                    <a:pt x="484631" y="967739"/>
                  </a:lnTo>
                  <a:lnTo>
                    <a:pt x="437959" y="965524"/>
                  </a:lnTo>
                  <a:lnTo>
                    <a:pt x="392541" y="959015"/>
                  </a:lnTo>
                  <a:lnTo>
                    <a:pt x="348581" y="948413"/>
                  </a:lnTo>
                  <a:lnTo>
                    <a:pt x="306283" y="933921"/>
                  </a:lnTo>
                  <a:lnTo>
                    <a:pt x="265849" y="915743"/>
                  </a:lnTo>
                  <a:lnTo>
                    <a:pt x="227483" y="894082"/>
                  </a:lnTo>
                  <a:lnTo>
                    <a:pt x="191387" y="869139"/>
                  </a:lnTo>
                  <a:lnTo>
                    <a:pt x="157766" y="841118"/>
                  </a:lnTo>
                  <a:lnTo>
                    <a:pt x="126821" y="810222"/>
                  </a:lnTo>
                  <a:lnTo>
                    <a:pt x="98756" y="776653"/>
                  </a:lnTo>
                  <a:lnTo>
                    <a:pt x="73774" y="740614"/>
                  </a:lnTo>
                  <a:lnTo>
                    <a:pt x="52078" y="702309"/>
                  </a:lnTo>
                  <a:lnTo>
                    <a:pt x="33871" y="661938"/>
                  </a:lnTo>
                  <a:lnTo>
                    <a:pt x="19357" y="619706"/>
                  </a:lnTo>
                  <a:lnTo>
                    <a:pt x="8738" y="575816"/>
                  </a:lnTo>
                  <a:lnTo>
                    <a:pt x="2218" y="530469"/>
                  </a:lnTo>
                  <a:lnTo>
                    <a:pt x="0" y="483869"/>
                  </a:lnTo>
                  <a:close/>
                </a:path>
              </a:pathLst>
            </a:custGeom>
            <a:ln w="9994">
              <a:solidFill>
                <a:srgbClr val="7C8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JSON</a:t>
            </a:r>
            <a:r>
              <a:rPr spc="-70" dirty="0"/>
              <a:t> </a:t>
            </a:r>
            <a:r>
              <a:rPr spc="-10" dirty="0"/>
              <a:t>Binding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62656" y="1008888"/>
            <a:ext cx="2828925" cy="1454150"/>
            <a:chOff x="2962656" y="1008888"/>
            <a:chExt cx="2828925" cy="1454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2656" y="1008888"/>
              <a:ext cx="2828543" cy="14538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6244" y="1479804"/>
              <a:ext cx="1799843" cy="5501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02280" y="1022604"/>
              <a:ext cx="2749550" cy="1374775"/>
            </a:xfrm>
            <a:custGeom>
              <a:avLst/>
              <a:gdLst/>
              <a:ahLst/>
              <a:cxnLst/>
              <a:rect l="l" t="t" r="r" b="b"/>
              <a:pathLst>
                <a:path w="2749550" h="1374775">
                  <a:moveTo>
                    <a:pt x="2611831" y="0"/>
                  </a:moveTo>
                  <a:lnTo>
                    <a:pt x="137464" y="0"/>
                  </a:lnTo>
                  <a:lnTo>
                    <a:pt x="94014" y="7007"/>
                  </a:lnTo>
                  <a:lnTo>
                    <a:pt x="56279" y="26522"/>
                  </a:lnTo>
                  <a:lnTo>
                    <a:pt x="26522" y="56279"/>
                  </a:lnTo>
                  <a:lnTo>
                    <a:pt x="7007" y="94014"/>
                  </a:lnTo>
                  <a:lnTo>
                    <a:pt x="0" y="137464"/>
                  </a:lnTo>
                  <a:lnTo>
                    <a:pt x="0" y="1237183"/>
                  </a:lnTo>
                  <a:lnTo>
                    <a:pt x="7007" y="1280633"/>
                  </a:lnTo>
                  <a:lnTo>
                    <a:pt x="26522" y="1318368"/>
                  </a:lnTo>
                  <a:lnTo>
                    <a:pt x="56279" y="1348125"/>
                  </a:lnTo>
                  <a:lnTo>
                    <a:pt x="94014" y="1367640"/>
                  </a:lnTo>
                  <a:lnTo>
                    <a:pt x="137464" y="1374648"/>
                  </a:lnTo>
                  <a:lnTo>
                    <a:pt x="2611831" y="1374648"/>
                  </a:lnTo>
                  <a:lnTo>
                    <a:pt x="2655281" y="1367640"/>
                  </a:lnTo>
                  <a:lnTo>
                    <a:pt x="2693016" y="1348125"/>
                  </a:lnTo>
                  <a:lnTo>
                    <a:pt x="2722773" y="1318368"/>
                  </a:lnTo>
                  <a:lnTo>
                    <a:pt x="2742288" y="1280633"/>
                  </a:lnTo>
                  <a:lnTo>
                    <a:pt x="2749296" y="1237183"/>
                  </a:lnTo>
                  <a:lnTo>
                    <a:pt x="2749296" y="137464"/>
                  </a:lnTo>
                  <a:lnTo>
                    <a:pt x="2742288" y="94014"/>
                  </a:lnTo>
                  <a:lnTo>
                    <a:pt x="2722773" y="56279"/>
                  </a:lnTo>
                  <a:lnTo>
                    <a:pt x="2693016" y="26522"/>
                  </a:lnTo>
                  <a:lnTo>
                    <a:pt x="2655281" y="7007"/>
                  </a:lnTo>
                  <a:lnTo>
                    <a:pt x="2611831" y="0"/>
                  </a:lnTo>
                  <a:close/>
                </a:path>
              </a:pathLst>
            </a:custGeom>
            <a:solidFill>
              <a:srgbClr val="7C88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38040" y="1537586"/>
            <a:ext cx="147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JSON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 Binding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72364" y="2393016"/>
            <a:ext cx="2485390" cy="3448685"/>
            <a:chOff x="3272364" y="2393016"/>
            <a:chExt cx="2485390" cy="3448685"/>
          </a:xfrm>
        </p:grpSpPr>
        <p:sp>
          <p:nvSpPr>
            <p:cNvPr id="9" name="object 9"/>
            <p:cNvSpPr/>
            <p:nvPr/>
          </p:nvSpPr>
          <p:spPr>
            <a:xfrm>
              <a:off x="3277362" y="2398013"/>
              <a:ext cx="275590" cy="1031875"/>
            </a:xfrm>
            <a:custGeom>
              <a:avLst/>
              <a:gdLst/>
              <a:ahLst/>
              <a:cxnLst/>
              <a:rect l="l" t="t" r="r" b="b"/>
              <a:pathLst>
                <a:path w="275589" h="1031875">
                  <a:moveTo>
                    <a:pt x="0" y="0"/>
                  </a:moveTo>
                  <a:lnTo>
                    <a:pt x="0" y="1031455"/>
                  </a:lnTo>
                  <a:lnTo>
                    <a:pt x="275056" y="1031455"/>
                  </a:lnTo>
                </a:path>
              </a:pathLst>
            </a:custGeom>
            <a:ln w="9994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53206" y="2742437"/>
              <a:ext cx="2199640" cy="1374775"/>
            </a:xfrm>
            <a:custGeom>
              <a:avLst/>
              <a:gdLst/>
              <a:ahLst/>
              <a:cxnLst/>
              <a:rect l="l" t="t" r="r" b="b"/>
              <a:pathLst>
                <a:path w="2199640" h="1374775">
                  <a:moveTo>
                    <a:pt x="0" y="137464"/>
                  </a:moveTo>
                  <a:lnTo>
                    <a:pt x="7007" y="94014"/>
                  </a:lnTo>
                  <a:lnTo>
                    <a:pt x="26522" y="56279"/>
                  </a:lnTo>
                  <a:lnTo>
                    <a:pt x="56279" y="26522"/>
                  </a:lnTo>
                  <a:lnTo>
                    <a:pt x="94014" y="7007"/>
                  </a:lnTo>
                  <a:lnTo>
                    <a:pt x="137464" y="0"/>
                  </a:lnTo>
                  <a:lnTo>
                    <a:pt x="2061667" y="0"/>
                  </a:lnTo>
                  <a:lnTo>
                    <a:pt x="2105117" y="7007"/>
                  </a:lnTo>
                  <a:lnTo>
                    <a:pt x="2142852" y="26522"/>
                  </a:lnTo>
                  <a:lnTo>
                    <a:pt x="2172609" y="56279"/>
                  </a:lnTo>
                  <a:lnTo>
                    <a:pt x="2192124" y="94014"/>
                  </a:lnTo>
                  <a:lnTo>
                    <a:pt x="2199132" y="137464"/>
                  </a:lnTo>
                  <a:lnTo>
                    <a:pt x="2199132" y="1237183"/>
                  </a:lnTo>
                  <a:lnTo>
                    <a:pt x="2192124" y="1280633"/>
                  </a:lnTo>
                  <a:lnTo>
                    <a:pt x="2172609" y="1318368"/>
                  </a:lnTo>
                  <a:lnTo>
                    <a:pt x="2142852" y="1348125"/>
                  </a:lnTo>
                  <a:lnTo>
                    <a:pt x="2105117" y="1367640"/>
                  </a:lnTo>
                  <a:lnTo>
                    <a:pt x="2061667" y="1374648"/>
                  </a:lnTo>
                  <a:lnTo>
                    <a:pt x="137464" y="1374648"/>
                  </a:lnTo>
                  <a:lnTo>
                    <a:pt x="94014" y="1367640"/>
                  </a:lnTo>
                  <a:lnTo>
                    <a:pt x="56279" y="1348125"/>
                  </a:lnTo>
                  <a:lnTo>
                    <a:pt x="26522" y="1318368"/>
                  </a:lnTo>
                  <a:lnTo>
                    <a:pt x="7007" y="1280633"/>
                  </a:lnTo>
                  <a:lnTo>
                    <a:pt x="0" y="1237183"/>
                  </a:lnTo>
                  <a:lnTo>
                    <a:pt x="0" y="137464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7362" y="2398013"/>
              <a:ext cx="275590" cy="2750820"/>
            </a:xfrm>
            <a:custGeom>
              <a:avLst/>
              <a:gdLst/>
              <a:ahLst/>
              <a:cxnLst/>
              <a:rect l="l" t="t" r="r" b="b"/>
              <a:pathLst>
                <a:path w="275589" h="2750820">
                  <a:moveTo>
                    <a:pt x="0" y="0"/>
                  </a:moveTo>
                  <a:lnTo>
                    <a:pt x="0" y="2750566"/>
                  </a:lnTo>
                  <a:lnTo>
                    <a:pt x="275056" y="2750566"/>
                  </a:lnTo>
                </a:path>
              </a:pathLst>
            </a:custGeom>
            <a:ln w="9994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53206" y="4461510"/>
              <a:ext cx="2199640" cy="1374775"/>
            </a:xfrm>
            <a:custGeom>
              <a:avLst/>
              <a:gdLst/>
              <a:ahLst/>
              <a:cxnLst/>
              <a:rect l="l" t="t" r="r" b="b"/>
              <a:pathLst>
                <a:path w="2199640" h="1374775">
                  <a:moveTo>
                    <a:pt x="0" y="137464"/>
                  </a:moveTo>
                  <a:lnTo>
                    <a:pt x="7007" y="94014"/>
                  </a:lnTo>
                  <a:lnTo>
                    <a:pt x="26522" y="56279"/>
                  </a:lnTo>
                  <a:lnTo>
                    <a:pt x="56279" y="26522"/>
                  </a:lnTo>
                  <a:lnTo>
                    <a:pt x="94014" y="7007"/>
                  </a:lnTo>
                  <a:lnTo>
                    <a:pt x="137464" y="0"/>
                  </a:lnTo>
                  <a:lnTo>
                    <a:pt x="2061667" y="0"/>
                  </a:lnTo>
                  <a:lnTo>
                    <a:pt x="2105117" y="7007"/>
                  </a:lnTo>
                  <a:lnTo>
                    <a:pt x="2142852" y="26522"/>
                  </a:lnTo>
                  <a:lnTo>
                    <a:pt x="2172609" y="56279"/>
                  </a:lnTo>
                  <a:lnTo>
                    <a:pt x="2192124" y="94014"/>
                  </a:lnTo>
                  <a:lnTo>
                    <a:pt x="2199132" y="137464"/>
                  </a:lnTo>
                  <a:lnTo>
                    <a:pt x="2199132" y="1237183"/>
                  </a:lnTo>
                  <a:lnTo>
                    <a:pt x="2192124" y="1280633"/>
                  </a:lnTo>
                  <a:lnTo>
                    <a:pt x="2172609" y="1318368"/>
                  </a:lnTo>
                  <a:lnTo>
                    <a:pt x="2142852" y="1348125"/>
                  </a:lnTo>
                  <a:lnTo>
                    <a:pt x="2105117" y="1367640"/>
                  </a:lnTo>
                  <a:lnTo>
                    <a:pt x="2061667" y="1374648"/>
                  </a:lnTo>
                  <a:lnTo>
                    <a:pt x="137464" y="1374648"/>
                  </a:lnTo>
                  <a:lnTo>
                    <a:pt x="94014" y="1367640"/>
                  </a:lnTo>
                  <a:lnTo>
                    <a:pt x="56279" y="1348125"/>
                  </a:lnTo>
                  <a:lnTo>
                    <a:pt x="26522" y="1318368"/>
                  </a:lnTo>
                  <a:lnTo>
                    <a:pt x="7007" y="1280633"/>
                  </a:lnTo>
                  <a:lnTo>
                    <a:pt x="0" y="1237183"/>
                  </a:lnTo>
                  <a:lnTo>
                    <a:pt x="0" y="137464"/>
                  </a:lnTo>
                  <a:close/>
                </a:path>
              </a:pathLst>
            </a:custGeom>
            <a:ln w="9994">
              <a:solidFill>
                <a:srgbClr val="5ABC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28838" y="2778378"/>
            <a:ext cx="2046605" cy="28511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3180" marR="34925" indent="-2540" algn="ctr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Includes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binding layer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converts </a:t>
            </a:r>
            <a:r>
              <a:rPr sz="1800" spc="-35" dirty="0">
                <a:latin typeface="Calisto MT"/>
                <a:cs typeface="Calisto MT"/>
              </a:rPr>
              <a:t>Java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</a:t>
            </a:r>
            <a:r>
              <a:rPr sz="1800" dirty="0">
                <a:latin typeface="Calisto MT"/>
                <a:cs typeface="Calisto MT"/>
              </a:rPr>
              <a:t>JSON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messages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</a:t>
            </a:r>
            <a:r>
              <a:rPr sz="1800" dirty="0">
                <a:latin typeface="Calisto MT"/>
                <a:cs typeface="Calisto MT"/>
              </a:rPr>
              <a:t>vice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versa.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800">
              <a:latin typeface="Calisto MT"/>
              <a:cs typeface="Calisto MT"/>
            </a:endParaRPr>
          </a:p>
          <a:p>
            <a:pPr marL="12065" marR="5080" indent="-2540" algn="ctr">
              <a:lnSpc>
                <a:spcPts val="1870"/>
              </a:lnSpc>
              <a:spcBef>
                <a:spcPts val="5"/>
              </a:spcBef>
            </a:pP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 </a:t>
            </a:r>
            <a:r>
              <a:rPr sz="1800" dirty="0">
                <a:latin typeface="Calisto MT"/>
                <a:cs typeface="Calisto MT"/>
              </a:rPr>
              <a:t>algorithm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convert </a:t>
            </a:r>
            <a:r>
              <a:rPr sz="1800" spc="-35" dirty="0">
                <a:latin typeface="Calisto MT"/>
                <a:cs typeface="Calisto MT"/>
              </a:rPr>
              <a:t>Java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classes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JSON </a:t>
            </a:r>
            <a:r>
              <a:rPr sz="1800" spc="-10" dirty="0">
                <a:latin typeface="Calisto MT"/>
                <a:cs typeface="Calisto MT"/>
              </a:rPr>
              <a:t>objects.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00800" y="1008888"/>
            <a:ext cx="2828925" cy="1454150"/>
            <a:chOff x="6400800" y="1008888"/>
            <a:chExt cx="2828925" cy="145415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0" y="1008888"/>
              <a:ext cx="2828543" cy="14538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2072" y="1479804"/>
              <a:ext cx="2285999" cy="5501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0424" y="1022604"/>
              <a:ext cx="2749296" cy="137464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833932" y="1537586"/>
            <a:ext cx="19646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JSON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 Serialization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10426" y="2392933"/>
            <a:ext cx="2485390" cy="1729739"/>
            <a:chOff x="6710426" y="2392933"/>
            <a:chExt cx="2485390" cy="1729739"/>
          </a:xfrm>
        </p:grpSpPr>
        <p:sp>
          <p:nvSpPr>
            <p:cNvPr id="20" name="object 20"/>
            <p:cNvSpPr/>
            <p:nvPr/>
          </p:nvSpPr>
          <p:spPr>
            <a:xfrm>
              <a:off x="6715506" y="2398013"/>
              <a:ext cx="275590" cy="1031875"/>
            </a:xfrm>
            <a:custGeom>
              <a:avLst/>
              <a:gdLst/>
              <a:ahLst/>
              <a:cxnLst/>
              <a:rect l="l" t="t" r="r" b="b"/>
              <a:pathLst>
                <a:path w="275590" h="1031875">
                  <a:moveTo>
                    <a:pt x="0" y="0"/>
                  </a:moveTo>
                  <a:lnTo>
                    <a:pt x="0" y="1031455"/>
                  </a:lnTo>
                  <a:lnTo>
                    <a:pt x="275056" y="1031455"/>
                  </a:lnTo>
                </a:path>
              </a:pathLst>
            </a:custGeom>
            <a:ln w="9994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91350" y="2742437"/>
              <a:ext cx="2199640" cy="1374775"/>
            </a:xfrm>
            <a:custGeom>
              <a:avLst/>
              <a:gdLst/>
              <a:ahLst/>
              <a:cxnLst/>
              <a:rect l="l" t="t" r="r" b="b"/>
              <a:pathLst>
                <a:path w="2199640" h="1374775">
                  <a:moveTo>
                    <a:pt x="0" y="137464"/>
                  </a:moveTo>
                  <a:lnTo>
                    <a:pt x="7007" y="94014"/>
                  </a:lnTo>
                  <a:lnTo>
                    <a:pt x="26522" y="56279"/>
                  </a:lnTo>
                  <a:lnTo>
                    <a:pt x="56279" y="26522"/>
                  </a:lnTo>
                  <a:lnTo>
                    <a:pt x="94014" y="7007"/>
                  </a:lnTo>
                  <a:lnTo>
                    <a:pt x="137464" y="0"/>
                  </a:lnTo>
                  <a:lnTo>
                    <a:pt x="2061667" y="0"/>
                  </a:lnTo>
                  <a:lnTo>
                    <a:pt x="2105117" y="7007"/>
                  </a:lnTo>
                  <a:lnTo>
                    <a:pt x="2142852" y="26522"/>
                  </a:lnTo>
                  <a:lnTo>
                    <a:pt x="2172609" y="56279"/>
                  </a:lnTo>
                  <a:lnTo>
                    <a:pt x="2192124" y="94014"/>
                  </a:lnTo>
                  <a:lnTo>
                    <a:pt x="2199132" y="137464"/>
                  </a:lnTo>
                  <a:lnTo>
                    <a:pt x="2199132" y="1237183"/>
                  </a:lnTo>
                  <a:lnTo>
                    <a:pt x="2192124" y="1280633"/>
                  </a:lnTo>
                  <a:lnTo>
                    <a:pt x="2172609" y="1318368"/>
                  </a:lnTo>
                  <a:lnTo>
                    <a:pt x="2142852" y="1348125"/>
                  </a:lnTo>
                  <a:lnTo>
                    <a:pt x="2105117" y="1367640"/>
                  </a:lnTo>
                  <a:lnTo>
                    <a:pt x="2061667" y="1374648"/>
                  </a:lnTo>
                  <a:lnTo>
                    <a:pt x="137464" y="1374648"/>
                  </a:lnTo>
                  <a:lnTo>
                    <a:pt x="94014" y="1367640"/>
                  </a:lnTo>
                  <a:lnTo>
                    <a:pt x="56279" y="1348125"/>
                  </a:lnTo>
                  <a:lnTo>
                    <a:pt x="26522" y="1318368"/>
                  </a:lnTo>
                  <a:lnTo>
                    <a:pt x="7007" y="1280633"/>
                  </a:lnTo>
                  <a:lnTo>
                    <a:pt x="0" y="1237183"/>
                  </a:lnTo>
                  <a:lnTo>
                    <a:pt x="0" y="137464"/>
                  </a:lnTo>
                  <a:close/>
                </a:path>
              </a:pathLst>
            </a:custGeom>
            <a:ln w="9994">
              <a:solidFill>
                <a:srgbClr val="6CA0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12799" y="3015869"/>
            <a:ext cx="1954530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algn="ctr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Refers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converting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JSON </a:t>
            </a:r>
            <a:r>
              <a:rPr sz="1800" spc="-10" dirty="0">
                <a:latin typeface="Calisto MT"/>
                <a:cs typeface="Calisto MT"/>
              </a:rPr>
              <a:t>string.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10508" y="2393016"/>
            <a:ext cx="2485390" cy="3448685"/>
            <a:chOff x="6710508" y="2393016"/>
            <a:chExt cx="2485390" cy="3448685"/>
          </a:xfrm>
        </p:grpSpPr>
        <p:sp>
          <p:nvSpPr>
            <p:cNvPr id="24" name="object 24"/>
            <p:cNvSpPr/>
            <p:nvPr/>
          </p:nvSpPr>
          <p:spPr>
            <a:xfrm>
              <a:off x="6715505" y="2398013"/>
              <a:ext cx="275590" cy="2750820"/>
            </a:xfrm>
            <a:custGeom>
              <a:avLst/>
              <a:gdLst/>
              <a:ahLst/>
              <a:cxnLst/>
              <a:rect l="l" t="t" r="r" b="b"/>
              <a:pathLst>
                <a:path w="275590" h="2750820">
                  <a:moveTo>
                    <a:pt x="0" y="0"/>
                  </a:moveTo>
                  <a:lnTo>
                    <a:pt x="0" y="2750566"/>
                  </a:lnTo>
                  <a:lnTo>
                    <a:pt x="275056" y="2750566"/>
                  </a:lnTo>
                </a:path>
              </a:pathLst>
            </a:custGeom>
            <a:ln w="9994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91349" y="4461510"/>
              <a:ext cx="2199640" cy="1374775"/>
            </a:xfrm>
            <a:custGeom>
              <a:avLst/>
              <a:gdLst/>
              <a:ahLst/>
              <a:cxnLst/>
              <a:rect l="l" t="t" r="r" b="b"/>
              <a:pathLst>
                <a:path w="2199640" h="1374775">
                  <a:moveTo>
                    <a:pt x="0" y="137464"/>
                  </a:moveTo>
                  <a:lnTo>
                    <a:pt x="7007" y="94014"/>
                  </a:lnTo>
                  <a:lnTo>
                    <a:pt x="26522" y="56279"/>
                  </a:lnTo>
                  <a:lnTo>
                    <a:pt x="56279" y="26522"/>
                  </a:lnTo>
                  <a:lnTo>
                    <a:pt x="94014" y="7007"/>
                  </a:lnTo>
                  <a:lnTo>
                    <a:pt x="137464" y="0"/>
                  </a:lnTo>
                  <a:lnTo>
                    <a:pt x="2061667" y="0"/>
                  </a:lnTo>
                  <a:lnTo>
                    <a:pt x="2105117" y="7007"/>
                  </a:lnTo>
                  <a:lnTo>
                    <a:pt x="2142852" y="26522"/>
                  </a:lnTo>
                  <a:lnTo>
                    <a:pt x="2172609" y="56279"/>
                  </a:lnTo>
                  <a:lnTo>
                    <a:pt x="2192124" y="94014"/>
                  </a:lnTo>
                  <a:lnTo>
                    <a:pt x="2199132" y="137464"/>
                  </a:lnTo>
                  <a:lnTo>
                    <a:pt x="2199132" y="1237183"/>
                  </a:lnTo>
                  <a:lnTo>
                    <a:pt x="2192124" y="1280633"/>
                  </a:lnTo>
                  <a:lnTo>
                    <a:pt x="2172609" y="1318368"/>
                  </a:lnTo>
                  <a:lnTo>
                    <a:pt x="2142852" y="1348125"/>
                  </a:lnTo>
                  <a:lnTo>
                    <a:pt x="2105117" y="1367640"/>
                  </a:lnTo>
                  <a:lnTo>
                    <a:pt x="2061667" y="1374648"/>
                  </a:lnTo>
                  <a:lnTo>
                    <a:pt x="137464" y="1374648"/>
                  </a:lnTo>
                  <a:lnTo>
                    <a:pt x="94014" y="1367640"/>
                  </a:lnTo>
                  <a:lnTo>
                    <a:pt x="56279" y="1348125"/>
                  </a:lnTo>
                  <a:lnTo>
                    <a:pt x="26522" y="1318368"/>
                  </a:lnTo>
                  <a:lnTo>
                    <a:pt x="7007" y="1280633"/>
                  </a:lnTo>
                  <a:lnTo>
                    <a:pt x="0" y="1237183"/>
                  </a:lnTo>
                  <a:lnTo>
                    <a:pt x="0" y="137464"/>
                  </a:lnTo>
                  <a:close/>
                </a:path>
              </a:pathLst>
            </a:custGeom>
            <a:ln w="9994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085336" y="4853717"/>
            <a:ext cx="2009775" cy="5378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617220" marR="5080" indent="-605155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Encodes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0" dirty="0">
                <a:latin typeface="Calisto MT"/>
                <a:cs typeface="Calisto MT"/>
              </a:rPr>
              <a:t> into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string.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754115"/>
            <a:ext cx="11132820" cy="501396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tracking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allows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keep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track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successive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made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same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client.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Some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tracking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techniques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30" dirty="0">
                <a:latin typeface="Calisto MT"/>
                <a:cs typeface="Calisto MT"/>
              </a:rPr>
              <a:t>namely,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URL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rewriting,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hidden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field,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cookie.</a:t>
            </a:r>
            <a:endParaRPr sz="1800">
              <a:latin typeface="Calisto MT"/>
              <a:cs typeface="Calisto MT"/>
            </a:endParaRPr>
          </a:p>
          <a:p>
            <a:pPr marL="193675" marR="5080" indent="-181610">
              <a:lnSpc>
                <a:spcPts val="1939"/>
              </a:lnSpc>
              <a:spcBef>
                <a:spcPts val="1375"/>
              </a:spcBef>
              <a:buSzPct val="80555"/>
              <a:buFont typeface="Corbel"/>
              <a:buChar char="•"/>
              <a:tabLst>
                <a:tab pos="194945" algn="l"/>
                <a:tab pos="853440" algn="l"/>
                <a:tab pos="1761489" algn="l"/>
                <a:tab pos="3212465" algn="l"/>
                <a:tab pos="4271645" algn="l"/>
                <a:tab pos="4625340" algn="l"/>
                <a:tab pos="5549265" algn="l"/>
                <a:tab pos="6576059" algn="l"/>
                <a:tab pos="7927975" algn="l"/>
                <a:tab pos="8931910" algn="l"/>
              </a:tabLst>
            </a:pPr>
            <a:r>
              <a:rPr sz="1800" spc="-20" dirty="0">
                <a:latin typeface="Calisto MT"/>
                <a:cs typeface="Calisto MT"/>
              </a:rPr>
              <a:t>Java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specification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provides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50" dirty="0">
                <a:latin typeface="Calisto MT"/>
                <a:cs typeface="Calisto MT"/>
              </a:rPr>
              <a:t>a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session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tracking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mechanism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through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jakarta.servlet. 	</a:t>
            </a:r>
            <a:r>
              <a:rPr sz="1800" dirty="0">
                <a:latin typeface="Courier New"/>
                <a:cs typeface="Courier New"/>
              </a:rPr>
              <a:t>http.HttpSession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1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URL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rewriting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technique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adds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some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extra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URL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session.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Hidden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form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fields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pass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server-</a:t>
            </a:r>
            <a:r>
              <a:rPr sz="1800" dirty="0">
                <a:latin typeface="Calisto MT"/>
                <a:cs typeface="Calisto MT"/>
              </a:rPr>
              <a:t>side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invisibly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user.</a:t>
            </a:r>
            <a:endParaRPr sz="1800">
              <a:latin typeface="Calisto MT"/>
              <a:cs typeface="Calisto MT"/>
            </a:endParaRPr>
          </a:p>
          <a:p>
            <a:pPr marL="193675" marR="8890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3675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cookie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small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piece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sent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client’s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Web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browser.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cookies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stored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on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machine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read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back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receiving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same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page.</a:t>
            </a:r>
            <a:endParaRPr sz="1800">
              <a:latin typeface="Calisto MT"/>
              <a:cs typeface="Calisto MT"/>
            </a:endParaRPr>
          </a:p>
          <a:p>
            <a:pPr marL="193675" marR="5080" indent="-181610">
              <a:lnSpc>
                <a:spcPts val="1900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3675" algn="l"/>
              </a:tabLst>
            </a:pP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secure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cookies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hackers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Web,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you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configure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cookies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two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settings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namely, </a:t>
            </a:r>
            <a:r>
              <a:rPr sz="1800" dirty="0">
                <a:latin typeface="Calisto MT"/>
                <a:cs typeface="Calisto MT"/>
              </a:rPr>
              <a:t>secure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HttpOnly.</a:t>
            </a:r>
            <a:endParaRPr sz="1800">
              <a:latin typeface="Courier New"/>
              <a:cs typeface="Courier New"/>
            </a:endParaRPr>
          </a:p>
          <a:p>
            <a:pPr marL="194310" indent="-181610">
              <a:lnSpc>
                <a:spcPct val="100000"/>
              </a:lnSpc>
              <a:spcBef>
                <a:spcPts val="115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HttpSession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interface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5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spc="-20" dirty="0">
                <a:latin typeface="Calisto MT"/>
                <a:cs typeface="Calisto MT"/>
              </a:rPr>
              <a:t>JavaScript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Notation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(JSON)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format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 </a:t>
            </a:r>
            <a:r>
              <a:rPr sz="1800" spc="-10" dirty="0">
                <a:latin typeface="Calisto MT"/>
                <a:cs typeface="Calisto MT"/>
              </a:rPr>
              <a:t>interchange.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JSON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serialization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refers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converting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string.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encodes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strings.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648</Words>
  <Application>Microsoft Office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Office Theme</vt:lpstr>
      <vt:lpstr>Jakarta Server Pages and</vt:lpstr>
      <vt:lpstr>Objectives</vt:lpstr>
      <vt:lpstr>Introduction</vt:lpstr>
      <vt:lpstr>Session Tracking and its Techniques</vt:lpstr>
      <vt:lpstr>URL Rewriting</vt:lpstr>
      <vt:lpstr>Hidden Form Fields</vt:lpstr>
      <vt:lpstr>Cookies</vt:lpstr>
      <vt:lpstr>HttpSession</vt:lpstr>
      <vt:lpstr>Invalidate a Session</vt:lpstr>
      <vt:lpstr>JSON Binding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2</cp:revision>
  <dcterms:created xsi:type="dcterms:W3CDTF">2025-10-19T10:33:49Z</dcterms:created>
  <dcterms:modified xsi:type="dcterms:W3CDTF">2025-10-20T01:20:45Z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