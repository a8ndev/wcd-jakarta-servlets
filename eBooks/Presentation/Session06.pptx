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6" r:id="rId2"/>
    <p:sldId id="317" r:id="rId3"/>
    <p:sldId id="318" r:id="rId4"/>
    <p:sldId id="319" r:id="rId5"/>
    <p:sldId id="320" r:id="rId6"/>
    <p:sldId id="321" r:id="rId7"/>
    <p:sldId id="322" r:id="rId8"/>
    <p:sldId id="323" r:id="rId9"/>
    <p:sldId id="32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33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01-Nov-2025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4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jp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2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image" Target="../media/image4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jp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jp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4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ts val="1240"/>
              </a:lnSpc>
            </a:pPr>
            <a:r>
              <a:rPr sz="1200" b="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3631565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6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Jakarta</a:t>
            </a:r>
            <a:r>
              <a:rPr sz="2400" spc="3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Server</a:t>
            </a:r>
            <a:r>
              <a:rPr sz="2400" spc="4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Pages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9259" y="759967"/>
            <a:ext cx="5784850" cy="51231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Define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(JSP)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Outline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differences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Contrast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against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benefits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situations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where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3.1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procedure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integrating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dispatching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/>
          <p:nvPr/>
        </p:nvSpPr>
        <p:spPr>
          <a:xfrm>
            <a:off x="1870710" y="1029461"/>
            <a:ext cx="8452485" cy="0"/>
          </a:xfrm>
          <a:custGeom>
            <a:avLst/>
            <a:gdLst/>
            <a:ahLst/>
            <a:cxnLst/>
            <a:rect l="l" t="t" r="r" b="b"/>
            <a:pathLst>
              <a:path w="8452485">
                <a:moveTo>
                  <a:pt x="0" y="0"/>
                </a:moveTo>
                <a:lnTo>
                  <a:pt x="8452104" y="0"/>
                </a:lnTo>
              </a:path>
            </a:pathLst>
          </a:custGeom>
          <a:ln w="19050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25161" y="1040384"/>
            <a:ext cx="39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2759" y="1057300"/>
            <a:ext cx="2266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Quick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10" dirty="0">
                <a:latin typeface="Calisto MT"/>
                <a:cs typeface="Calisto MT"/>
              </a:rPr>
              <a:t> modification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60826" y="1386077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60826" y="1742694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60826" y="2099310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0826" y="2455926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60826" y="2812542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60826" y="3167633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742649" y="1331679"/>
            <a:ext cx="4928870" cy="21647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latin typeface="Calisto MT"/>
                <a:cs typeface="Calisto MT"/>
              </a:rPr>
              <a:t>Accepts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request</a:t>
            </a:r>
            <a:endParaRPr sz="1800">
              <a:latin typeface="Calisto MT"/>
              <a:cs typeface="Calisto MT"/>
            </a:endParaRPr>
          </a:p>
          <a:p>
            <a:pPr marL="12700" marR="1011555">
              <a:lnSpc>
                <a:spcPct val="129900"/>
              </a:lnSpc>
            </a:pPr>
            <a:r>
              <a:rPr sz="1800" dirty="0">
                <a:latin typeface="Calisto MT"/>
                <a:cs typeface="Calisto MT"/>
              </a:rPr>
              <a:t>Cannot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manage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massive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processing </a:t>
            </a:r>
            <a:r>
              <a:rPr sz="1800" dirty="0">
                <a:latin typeface="Calisto MT"/>
                <a:cs typeface="Calisto MT"/>
              </a:rPr>
              <a:t>Slow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execution</a:t>
            </a:r>
            <a:endParaRPr sz="1800">
              <a:latin typeface="Calisto MT"/>
              <a:cs typeface="Calisto MT"/>
            </a:endParaRPr>
          </a:p>
          <a:p>
            <a:pPr marL="12700" marR="5080">
              <a:lnSpc>
                <a:spcPct val="129900"/>
              </a:lnSpc>
            </a:pPr>
            <a:r>
              <a:rPr sz="1800" dirty="0">
                <a:latin typeface="Calisto MT"/>
                <a:cs typeface="Calisto MT"/>
              </a:rPr>
              <a:t>Separates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business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presentation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logic </a:t>
            </a:r>
            <a:r>
              <a:rPr sz="1800" dirty="0">
                <a:latin typeface="Calisto MT"/>
                <a:cs typeface="Calisto MT"/>
              </a:rPr>
              <a:t>Does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not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overriding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service()</a:t>
            </a:r>
            <a:r>
              <a:rPr sz="1800" spc="-10" dirty="0">
                <a:latin typeface="Calisto MT"/>
                <a:cs typeface="Calisto MT"/>
              </a:rPr>
              <a:t>method </a:t>
            </a:r>
            <a:r>
              <a:rPr sz="1800" dirty="0">
                <a:latin typeface="Calisto MT"/>
                <a:cs typeface="Calisto MT"/>
              </a:rPr>
              <a:t>Presents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output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MVC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70710" y="3514725"/>
            <a:ext cx="8452485" cy="39370"/>
            <a:chOff x="1870710" y="3514725"/>
            <a:chExt cx="8452485" cy="39370"/>
          </a:xfrm>
        </p:grpSpPr>
        <p:sp>
          <p:nvSpPr>
            <p:cNvPr id="16" name="object 16"/>
            <p:cNvSpPr/>
            <p:nvPr/>
          </p:nvSpPr>
          <p:spPr>
            <a:xfrm>
              <a:off x="3560826" y="3524250"/>
              <a:ext cx="6762115" cy="0"/>
            </a:xfrm>
            <a:custGeom>
              <a:avLst/>
              <a:gdLst/>
              <a:ahLst/>
              <a:cxnLst/>
              <a:rect l="l" t="t" r="r" b="b"/>
              <a:pathLst>
                <a:path w="6762115">
                  <a:moveTo>
                    <a:pt x="0" y="0"/>
                  </a:moveTo>
                  <a:lnTo>
                    <a:pt x="6761988" y="0"/>
                  </a:lnTo>
                </a:path>
              </a:pathLst>
            </a:custGeom>
            <a:ln w="19050">
              <a:solidFill>
                <a:srgbClr val="C0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70710" y="3544061"/>
              <a:ext cx="8452485" cy="0"/>
            </a:xfrm>
            <a:custGeom>
              <a:avLst/>
              <a:gdLst/>
              <a:ahLst/>
              <a:cxnLst/>
              <a:rect l="l" t="t" r="r" b="b"/>
              <a:pathLst>
                <a:path w="8452485">
                  <a:moveTo>
                    <a:pt x="0" y="0"/>
                  </a:moveTo>
                  <a:lnTo>
                    <a:pt x="8452104" y="0"/>
                  </a:lnTo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25161" y="3554983"/>
            <a:ext cx="695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42759" y="3571900"/>
            <a:ext cx="247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Delayed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modification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60826" y="3900678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60826" y="4257294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60826" y="4613909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60826" y="4970526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60826" y="5327141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0826" y="5682234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742649" y="3846278"/>
            <a:ext cx="5225415" cy="216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Accepts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protocols,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HTTP </a:t>
            </a:r>
            <a:r>
              <a:rPr sz="1800" dirty="0">
                <a:latin typeface="Calisto MT"/>
                <a:cs typeface="Calisto MT"/>
              </a:rPr>
              <a:t>Manages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massive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processing</a:t>
            </a:r>
            <a:endParaRPr sz="1800">
              <a:latin typeface="Calisto MT"/>
              <a:cs typeface="Calisto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latin typeface="Calisto MT"/>
                <a:cs typeface="Calisto MT"/>
              </a:rPr>
              <a:t>Faster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execution</a:t>
            </a:r>
            <a:endParaRPr sz="1800">
              <a:latin typeface="Calisto MT"/>
              <a:cs typeface="Calisto MT"/>
            </a:endParaRPr>
          </a:p>
          <a:p>
            <a:pPr marL="12700" marR="962025">
              <a:lnSpc>
                <a:spcPct val="129900"/>
              </a:lnSpc>
            </a:pPr>
            <a:r>
              <a:rPr sz="1800" dirty="0">
                <a:latin typeface="Calisto MT"/>
                <a:cs typeface="Calisto MT"/>
              </a:rPr>
              <a:t>Implements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both logic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single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file </a:t>
            </a:r>
            <a:r>
              <a:rPr sz="1800" dirty="0">
                <a:latin typeface="Calisto MT"/>
                <a:cs typeface="Calisto MT"/>
              </a:rPr>
              <a:t>Allows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overriding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service()</a:t>
            </a:r>
            <a:r>
              <a:rPr sz="1800" spc="-10" dirty="0">
                <a:latin typeface="Calisto MT"/>
                <a:cs typeface="Calisto MT"/>
              </a:rPr>
              <a:t>method </a:t>
            </a:r>
            <a:r>
              <a:rPr sz="1800" spc="-20" dirty="0">
                <a:latin typeface="Calisto MT"/>
                <a:cs typeface="Calisto MT"/>
              </a:rPr>
              <a:t>Works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controller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MVC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60826" y="6038850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1988" y="0"/>
                </a:lnTo>
              </a:path>
            </a:pathLst>
          </a:custGeom>
          <a:ln w="19050">
            <a:solidFill>
              <a:srgbClr val="C0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JSP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Page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22763" y="3087950"/>
            <a:ext cx="5727065" cy="3241040"/>
            <a:chOff x="5722763" y="3087950"/>
            <a:chExt cx="5727065" cy="3241040"/>
          </a:xfrm>
        </p:grpSpPr>
        <p:sp>
          <p:nvSpPr>
            <p:cNvPr id="6" name="object 6"/>
            <p:cNvSpPr/>
            <p:nvPr/>
          </p:nvSpPr>
          <p:spPr>
            <a:xfrm>
              <a:off x="5727843" y="3093030"/>
              <a:ext cx="684530" cy="3230880"/>
            </a:xfrm>
            <a:custGeom>
              <a:avLst/>
              <a:gdLst/>
              <a:ahLst/>
              <a:cxnLst/>
              <a:rect l="l" t="t" r="r" b="b"/>
              <a:pathLst>
                <a:path w="684529" h="3230879">
                  <a:moveTo>
                    <a:pt x="15278" y="0"/>
                  </a:moveTo>
                  <a:lnTo>
                    <a:pt x="49151" y="34583"/>
                  </a:lnTo>
                  <a:lnTo>
                    <a:pt x="82144" y="69700"/>
                  </a:lnTo>
                  <a:lnTo>
                    <a:pt x="114257" y="105335"/>
                  </a:lnTo>
                  <a:lnTo>
                    <a:pt x="145491" y="141475"/>
                  </a:lnTo>
                  <a:lnTo>
                    <a:pt x="175845" y="178106"/>
                  </a:lnTo>
                  <a:lnTo>
                    <a:pt x="205319" y="215213"/>
                  </a:lnTo>
                  <a:lnTo>
                    <a:pt x="233913" y="252782"/>
                  </a:lnTo>
                  <a:lnTo>
                    <a:pt x="261627" y="290800"/>
                  </a:lnTo>
                  <a:lnTo>
                    <a:pt x="288462" y="329253"/>
                  </a:lnTo>
                  <a:lnTo>
                    <a:pt x="314416" y="368126"/>
                  </a:lnTo>
                  <a:lnTo>
                    <a:pt x="339491" y="407406"/>
                  </a:lnTo>
                  <a:lnTo>
                    <a:pt x="363686" y="447078"/>
                  </a:lnTo>
                  <a:lnTo>
                    <a:pt x="387001" y="487129"/>
                  </a:lnTo>
                  <a:lnTo>
                    <a:pt x="409437" y="527544"/>
                  </a:lnTo>
                  <a:lnTo>
                    <a:pt x="430992" y="568309"/>
                  </a:lnTo>
                  <a:lnTo>
                    <a:pt x="451668" y="609411"/>
                  </a:lnTo>
                  <a:lnTo>
                    <a:pt x="471464" y="650835"/>
                  </a:lnTo>
                  <a:lnTo>
                    <a:pt x="490380" y="692568"/>
                  </a:lnTo>
                  <a:lnTo>
                    <a:pt x="508416" y="734595"/>
                  </a:lnTo>
                  <a:lnTo>
                    <a:pt x="525573" y="776902"/>
                  </a:lnTo>
                  <a:lnTo>
                    <a:pt x="541850" y="819476"/>
                  </a:lnTo>
                  <a:lnTo>
                    <a:pt x="557246" y="862302"/>
                  </a:lnTo>
                  <a:lnTo>
                    <a:pt x="571763" y="905366"/>
                  </a:lnTo>
                  <a:lnTo>
                    <a:pt x="585401" y="948655"/>
                  </a:lnTo>
                  <a:lnTo>
                    <a:pt x="598158" y="992154"/>
                  </a:lnTo>
                  <a:lnTo>
                    <a:pt x="610036" y="1035849"/>
                  </a:lnTo>
                  <a:lnTo>
                    <a:pt x="621033" y="1079726"/>
                  </a:lnTo>
                  <a:lnTo>
                    <a:pt x="631151" y="1123771"/>
                  </a:lnTo>
                  <a:lnTo>
                    <a:pt x="640389" y="1167971"/>
                  </a:lnTo>
                  <a:lnTo>
                    <a:pt x="648748" y="1212311"/>
                  </a:lnTo>
                  <a:lnTo>
                    <a:pt x="656226" y="1256777"/>
                  </a:lnTo>
                  <a:lnTo>
                    <a:pt x="662825" y="1301355"/>
                  </a:lnTo>
                  <a:lnTo>
                    <a:pt x="668544" y="1346031"/>
                  </a:lnTo>
                  <a:lnTo>
                    <a:pt x="673383" y="1390792"/>
                  </a:lnTo>
                  <a:lnTo>
                    <a:pt x="677342" y="1435622"/>
                  </a:lnTo>
                  <a:lnTo>
                    <a:pt x="680421" y="1480509"/>
                  </a:lnTo>
                  <a:lnTo>
                    <a:pt x="682621" y="1525438"/>
                  </a:lnTo>
                  <a:lnTo>
                    <a:pt x="683940" y="1570394"/>
                  </a:lnTo>
                  <a:lnTo>
                    <a:pt x="684380" y="1615365"/>
                  </a:lnTo>
                  <a:lnTo>
                    <a:pt x="683940" y="1660336"/>
                  </a:lnTo>
                  <a:lnTo>
                    <a:pt x="682621" y="1705292"/>
                  </a:lnTo>
                  <a:lnTo>
                    <a:pt x="680421" y="1750221"/>
                  </a:lnTo>
                  <a:lnTo>
                    <a:pt x="677342" y="1795108"/>
                  </a:lnTo>
                  <a:lnTo>
                    <a:pt x="673383" y="1839938"/>
                  </a:lnTo>
                  <a:lnTo>
                    <a:pt x="668544" y="1884699"/>
                  </a:lnTo>
                  <a:lnTo>
                    <a:pt x="662825" y="1929375"/>
                  </a:lnTo>
                  <a:lnTo>
                    <a:pt x="656226" y="1973953"/>
                  </a:lnTo>
                  <a:lnTo>
                    <a:pt x="648748" y="2018419"/>
                  </a:lnTo>
                  <a:lnTo>
                    <a:pt x="640389" y="2062759"/>
                  </a:lnTo>
                  <a:lnTo>
                    <a:pt x="631151" y="2106959"/>
                  </a:lnTo>
                  <a:lnTo>
                    <a:pt x="621033" y="2151005"/>
                  </a:lnTo>
                  <a:lnTo>
                    <a:pt x="610036" y="2194882"/>
                  </a:lnTo>
                  <a:lnTo>
                    <a:pt x="598158" y="2238577"/>
                  </a:lnTo>
                  <a:lnTo>
                    <a:pt x="585401" y="2282076"/>
                  </a:lnTo>
                  <a:lnTo>
                    <a:pt x="571763" y="2325365"/>
                  </a:lnTo>
                  <a:lnTo>
                    <a:pt x="557246" y="2368430"/>
                  </a:lnTo>
                  <a:lnTo>
                    <a:pt x="541850" y="2411256"/>
                  </a:lnTo>
                  <a:lnTo>
                    <a:pt x="525573" y="2453830"/>
                  </a:lnTo>
                  <a:lnTo>
                    <a:pt x="508416" y="2496137"/>
                  </a:lnTo>
                  <a:lnTo>
                    <a:pt x="490380" y="2538165"/>
                  </a:lnTo>
                  <a:lnTo>
                    <a:pt x="471464" y="2579898"/>
                  </a:lnTo>
                  <a:lnTo>
                    <a:pt x="451668" y="2621322"/>
                  </a:lnTo>
                  <a:lnTo>
                    <a:pt x="430992" y="2662424"/>
                  </a:lnTo>
                  <a:lnTo>
                    <a:pt x="409437" y="2703190"/>
                  </a:lnTo>
                  <a:lnTo>
                    <a:pt x="387001" y="2743605"/>
                  </a:lnTo>
                  <a:lnTo>
                    <a:pt x="363686" y="2783656"/>
                  </a:lnTo>
                  <a:lnTo>
                    <a:pt x="339491" y="2823329"/>
                  </a:lnTo>
                  <a:lnTo>
                    <a:pt x="314416" y="2862609"/>
                  </a:lnTo>
                  <a:lnTo>
                    <a:pt x="288462" y="2901482"/>
                  </a:lnTo>
                  <a:lnTo>
                    <a:pt x="261627" y="2939936"/>
                  </a:lnTo>
                  <a:lnTo>
                    <a:pt x="233913" y="2977954"/>
                  </a:lnTo>
                  <a:lnTo>
                    <a:pt x="205319" y="3015524"/>
                  </a:lnTo>
                  <a:lnTo>
                    <a:pt x="175845" y="3052631"/>
                  </a:lnTo>
                  <a:lnTo>
                    <a:pt x="145491" y="3089262"/>
                  </a:lnTo>
                  <a:lnTo>
                    <a:pt x="114257" y="3125403"/>
                  </a:lnTo>
                  <a:lnTo>
                    <a:pt x="82144" y="3161038"/>
                  </a:lnTo>
                  <a:lnTo>
                    <a:pt x="49151" y="3196155"/>
                  </a:lnTo>
                  <a:lnTo>
                    <a:pt x="15278" y="3230740"/>
                  </a:lnTo>
                  <a:lnTo>
                    <a:pt x="0" y="3215449"/>
                  </a:lnTo>
                  <a:lnTo>
                    <a:pt x="33982" y="3180744"/>
                  </a:lnTo>
                  <a:lnTo>
                    <a:pt x="67071" y="3145497"/>
                  </a:lnTo>
                  <a:lnTo>
                    <a:pt x="99265" y="3109724"/>
                  </a:lnTo>
                  <a:lnTo>
                    <a:pt x="130565" y="3073438"/>
                  </a:lnTo>
                  <a:lnTo>
                    <a:pt x="160971" y="3036654"/>
                  </a:lnTo>
                  <a:lnTo>
                    <a:pt x="190483" y="2999387"/>
                  </a:lnTo>
                  <a:lnTo>
                    <a:pt x="219100" y="2961651"/>
                  </a:lnTo>
                  <a:lnTo>
                    <a:pt x="246823" y="2923460"/>
                  </a:lnTo>
                  <a:lnTo>
                    <a:pt x="273651" y="2884829"/>
                  </a:lnTo>
                  <a:lnTo>
                    <a:pt x="299585" y="2845772"/>
                  </a:lnTo>
                  <a:lnTo>
                    <a:pt x="324625" y="2806304"/>
                  </a:lnTo>
                  <a:lnTo>
                    <a:pt x="348771" y="2766439"/>
                  </a:lnTo>
                  <a:lnTo>
                    <a:pt x="372023" y="2726192"/>
                  </a:lnTo>
                  <a:lnTo>
                    <a:pt x="394380" y="2685577"/>
                  </a:lnTo>
                  <a:lnTo>
                    <a:pt x="415843" y="2644608"/>
                  </a:lnTo>
                  <a:lnTo>
                    <a:pt x="436411" y="2603300"/>
                  </a:lnTo>
                  <a:lnTo>
                    <a:pt x="456086" y="2561667"/>
                  </a:lnTo>
                  <a:lnTo>
                    <a:pt x="474866" y="2519724"/>
                  </a:lnTo>
                  <a:lnTo>
                    <a:pt x="492751" y="2477485"/>
                  </a:lnTo>
                  <a:lnTo>
                    <a:pt x="509743" y="2434964"/>
                  </a:lnTo>
                  <a:lnTo>
                    <a:pt x="525840" y="2392177"/>
                  </a:lnTo>
                  <a:lnTo>
                    <a:pt x="541043" y="2349137"/>
                  </a:lnTo>
                  <a:lnTo>
                    <a:pt x="555351" y="2305859"/>
                  </a:lnTo>
                  <a:lnTo>
                    <a:pt x="568766" y="2262357"/>
                  </a:lnTo>
                  <a:lnTo>
                    <a:pt x="581286" y="2218646"/>
                  </a:lnTo>
                  <a:lnTo>
                    <a:pt x="592911" y="2174740"/>
                  </a:lnTo>
                  <a:lnTo>
                    <a:pt x="603643" y="2130654"/>
                  </a:lnTo>
                  <a:lnTo>
                    <a:pt x="613480" y="2086402"/>
                  </a:lnTo>
                  <a:lnTo>
                    <a:pt x="622423" y="2041998"/>
                  </a:lnTo>
                  <a:lnTo>
                    <a:pt x="630471" y="1997457"/>
                  </a:lnTo>
                  <a:lnTo>
                    <a:pt x="637626" y="1952793"/>
                  </a:lnTo>
                  <a:lnTo>
                    <a:pt x="643886" y="1908022"/>
                  </a:lnTo>
                  <a:lnTo>
                    <a:pt x="649251" y="1863156"/>
                  </a:lnTo>
                  <a:lnTo>
                    <a:pt x="653723" y="1818211"/>
                  </a:lnTo>
                  <a:lnTo>
                    <a:pt x="657300" y="1773201"/>
                  </a:lnTo>
                  <a:lnTo>
                    <a:pt x="659983" y="1728141"/>
                  </a:lnTo>
                  <a:lnTo>
                    <a:pt x="661772" y="1683044"/>
                  </a:lnTo>
                  <a:lnTo>
                    <a:pt x="662666" y="1637926"/>
                  </a:lnTo>
                  <a:lnTo>
                    <a:pt x="662666" y="1592801"/>
                  </a:lnTo>
                  <a:lnTo>
                    <a:pt x="661772" y="1547682"/>
                  </a:lnTo>
                  <a:lnTo>
                    <a:pt x="659983" y="1502586"/>
                  </a:lnTo>
                  <a:lnTo>
                    <a:pt x="657300" y="1457525"/>
                  </a:lnTo>
                  <a:lnTo>
                    <a:pt x="653723" y="1412516"/>
                  </a:lnTo>
                  <a:lnTo>
                    <a:pt x="649251" y="1367571"/>
                  </a:lnTo>
                  <a:lnTo>
                    <a:pt x="643886" y="1322705"/>
                  </a:lnTo>
                  <a:lnTo>
                    <a:pt x="637626" y="1277933"/>
                  </a:lnTo>
                  <a:lnTo>
                    <a:pt x="630471" y="1233270"/>
                  </a:lnTo>
                  <a:lnTo>
                    <a:pt x="622423" y="1188729"/>
                  </a:lnTo>
                  <a:lnTo>
                    <a:pt x="613480" y="1144325"/>
                  </a:lnTo>
                  <a:lnTo>
                    <a:pt x="603643" y="1100073"/>
                  </a:lnTo>
                  <a:lnTo>
                    <a:pt x="592911" y="1055986"/>
                  </a:lnTo>
                  <a:lnTo>
                    <a:pt x="581286" y="1012081"/>
                  </a:lnTo>
                  <a:lnTo>
                    <a:pt x="568766" y="968369"/>
                  </a:lnTo>
                  <a:lnTo>
                    <a:pt x="555351" y="924868"/>
                  </a:lnTo>
                  <a:lnTo>
                    <a:pt x="541043" y="881590"/>
                  </a:lnTo>
                  <a:lnTo>
                    <a:pt x="525840" y="838550"/>
                  </a:lnTo>
                  <a:lnTo>
                    <a:pt x="509743" y="795762"/>
                  </a:lnTo>
                  <a:lnTo>
                    <a:pt x="492751" y="753242"/>
                  </a:lnTo>
                  <a:lnTo>
                    <a:pt x="474866" y="711003"/>
                  </a:lnTo>
                  <a:lnTo>
                    <a:pt x="456086" y="669060"/>
                  </a:lnTo>
                  <a:lnTo>
                    <a:pt x="436411" y="627427"/>
                  </a:lnTo>
                  <a:lnTo>
                    <a:pt x="415843" y="586119"/>
                  </a:lnTo>
                  <a:lnTo>
                    <a:pt x="394380" y="545150"/>
                  </a:lnTo>
                  <a:lnTo>
                    <a:pt x="372023" y="504535"/>
                  </a:lnTo>
                  <a:lnTo>
                    <a:pt x="348771" y="464287"/>
                  </a:lnTo>
                  <a:lnTo>
                    <a:pt x="324625" y="424422"/>
                  </a:lnTo>
                  <a:lnTo>
                    <a:pt x="299585" y="384954"/>
                  </a:lnTo>
                  <a:lnTo>
                    <a:pt x="273651" y="345898"/>
                  </a:lnTo>
                  <a:lnTo>
                    <a:pt x="246823" y="307267"/>
                  </a:lnTo>
                  <a:lnTo>
                    <a:pt x="219100" y="269076"/>
                  </a:lnTo>
                  <a:lnTo>
                    <a:pt x="190483" y="231340"/>
                  </a:lnTo>
                  <a:lnTo>
                    <a:pt x="160971" y="194073"/>
                  </a:lnTo>
                  <a:lnTo>
                    <a:pt x="130565" y="157289"/>
                  </a:lnTo>
                  <a:lnTo>
                    <a:pt x="99265" y="121003"/>
                  </a:lnTo>
                  <a:lnTo>
                    <a:pt x="67071" y="85230"/>
                  </a:lnTo>
                  <a:lnTo>
                    <a:pt x="33982" y="49983"/>
                  </a:lnTo>
                  <a:lnTo>
                    <a:pt x="0" y="15278"/>
                  </a:lnTo>
                  <a:lnTo>
                    <a:pt x="15278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1596" y="3176016"/>
              <a:ext cx="5538215" cy="4358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7712" y="3166872"/>
              <a:ext cx="2203703" cy="4907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1219" y="3189732"/>
              <a:ext cx="5458968" cy="3566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222129" y="3212037"/>
            <a:ext cx="1915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Platform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Independent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24397" y="3141217"/>
            <a:ext cx="5725795" cy="1051560"/>
            <a:chOff x="5724397" y="3141217"/>
            <a:chExt cx="5725795" cy="1051560"/>
          </a:xfrm>
        </p:grpSpPr>
        <p:sp>
          <p:nvSpPr>
            <p:cNvPr id="12" name="object 12"/>
            <p:cNvSpPr/>
            <p:nvPr/>
          </p:nvSpPr>
          <p:spPr>
            <a:xfrm>
              <a:off x="5729477" y="3146297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23265" y="0"/>
                  </a:moveTo>
                  <a:lnTo>
                    <a:pt x="178270" y="4536"/>
                  </a:lnTo>
                  <a:lnTo>
                    <a:pt x="136361" y="17545"/>
                  </a:lnTo>
                  <a:lnTo>
                    <a:pt x="98436" y="38130"/>
                  </a:lnTo>
                  <a:lnTo>
                    <a:pt x="65393" y="65393"/>
                  </a:lnTo>
                  <a:lnTo>
                    <a:pt x="38130" y="98436"/>
                  </a:lnTo>
                  <a:lnTo>
                    <a:pt x="17545" y="136361"/>
                  </a:lnTo>
                  <a:lnTo>
                    <a:pt x="4536" y="178270"/>
                  </a:lnTo>
                  <a:lnTo>
                    <a:pt x="0" y="223265"/>
                  </a:lnTo>
                  <a:lnTo>
                    <a:pt x="4536" y="268261"/>
                  </a:lnTo>
                  <a:lnTo>
                    <a:pt x="17545" y="310170"/>
                  </a:lnTo>
                  <a:lnTo>
                    <a:pt x="38130" y="348095"/>
                  </a:lnTo>
                  <a:lnTo>
                    <a:pt x="65393" y="381138"/>
                  </a:lnTo>
                  <a:lnTo>
                    <a:pt x="98436" y="408401"/>
                  </a:lnTo>
                  <a:lnTo>
                    <a:pt x="136361" y="428986"/>
                  </a:lnTo>
                  <a:lnTo>
                    <a:pt x="178270" y="441995"/>
                  </a:lnTo>
                  <a:lnTo>
                    <a:pt x="223265" y="446531"/>
                  </a:lnTo>
                  <a:lnTo>
                    <a:pt x="268261" y="441995"/>
                  </a:lnTo>
                  <a:lnTo>
                    <a:pt x="310170" y="428986"/>
                  </a:lnTo>
                  <a:lnTo>
                    <a:pt x="348095" y="408401"/>
                  </a:lnTo>
                  <a:lnTo>
                    <a:pt x="381138" y="381138"/>
                  </a:lnTo>
                  <a:lnTo>
                    <a:pt x="408401" y="348095"/>
                  </a:lnTo>
                  <a:lnTo>
                    <a:pt x="428986" y="310170"/>
                  </a:lnTo>
                  <a:lnTo>
                    <a:pt x="441995" y="268261"/>
                  </a:lnTo>
                  <a:lnTo>
                    <a:pt x="446531" y="223265"/>
                  </a:lnTo>
                  <a:lnTo>
                    <a:pt x="441995" y="178270"/>
                  </a:lnTo>
                  <a:lnTo>
                    <a:pt x="428986" y="136361"/>
                  </a:lnTo>
                  <a:lnTo>
                    <a:pt x="408401" y="98436"/>
                  </a:lnTo>
                  <a:lnTo>
                    <a:pt x="381138" y="65393"/>
                  </a:lnTo>
                  <a:lnTo>
                    <a:pt x="348095" y="38130"/>
                  </a:lnTo>
                  <a:lnTo>
                    <a:pt x="310170" y="17545"/>
                  </a:lnTo>
                  <a:lnTo>
                    <a:pt x="268261" y="4536"/>
                  </a:lnTo>
                  <a:lnTo>
                    <a:pt x="22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29477" y="3146297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23265"/>
                  </a:moveTo>
                  <a:lnTo>
                    <a:pt x="4536" y="178270"/>
                  </a:lnTo>
                  <a:lnTo>
                    <a:pt x="17545" y="136361"/>
                  </a:lnTo>
                  <a:lnTo>
                    <a:pt x="38130" y="98436"/>
                  </a:lnTo>
                  <a:lnTo>
                    <a:pt x="65393" y="65393"/>
                  </a:lnTo>
                  <a:lnTo>
                    <a:pt x="98436" y="38130"/>
                  </a:lnTo>
                  <a:lnTo>
                    <a:pt x="136361" y="17545"/>
                  </a:lnTo>
                  <a:lnTo>
                    <a:pt x="178270" y="4536"/>
                  </a:lnTo>
                  <a:lnTo>
                    <a:pt x="223265" y="0"/>
                  </a:lnTo>
                  <a:lnTo>
                    <a:pt x="268261" y="4536"/>
                  </a:lnTo>
                  <a:lnTo>
                    <a:pt x="310170" y="17545"/>
                  </a:lnTo>
                  <a:lnTo>
                    <a:pt x="348095" y="38130"/>
                  </a:lnTo>
                  <a:lnTo>
                    <a:pt x="381138" y="65393"/>
                  </a:lnTo>
                  <a:lnTo>
                    <a:pt x="408401" y="98436"/>
                  </a:lnTo>
                  <a:lnTo>
                    <a:pt x="428986" y="136361"/>
                  </a:lnTo>
                  <a:lnTo>
                    <a:pt x="441995" y="178270"/>
                  </a:lnTo>
                  <a:lnTo>
                    <a:pt x="446531" y="223265"/>
                  </a:lnTo>
                  <a:lnTo>
                    <a:pt x="441995" y="268261"/>
                  </a:lnTo>
                  <a:lnTo>
                    <a:pt x="428986" y="310170"/>
                  </a:lnTo>
                  <a:lnTo>
                    <a:pt x="408401" y="348095"/>
                  </a:lnTo>
                  <a:lnTo>
                    <a:pt x="381138" y="381138"/>
                  </a:lnTo>
                  <a:lnTo>
                    <a:pt x="348095" y="408401"/>
                  </a:lnTo>
                  <a:lnTo>
                    <a:pt x="310170" y="428986"/>
                  </a:lnTo>
                  <a:lnTo>
                    <a:pt x="268261" y="441995"/>
                  </a:lnTo>
                  <a:lnTo>
                    <a:pt x="223265" y="446531"/>
                  </a:lnTo>
                  <a:lnTo>
                    <a:pt x="178270" y="441995"/>
                  </a:lnTo>
                  <a:lnTo>
                    <a:pt x="136361" y="428986"/>
                  </a:lnTo>
                  <a:lnTo>
                    <a:pt x="98436" y="408401"/>
                  </a:lnTo>
                  <a:lnTo>
                    <a:pt x="65393" y="381138"/>
                  </a:lnTo>
                  <a:lnTo>
                    <a:pt x="38130" y="348095"/>
                  </a:lnTo>
                  <a:lnTo>
                    <a:pt x="17545" y="310170"/>
                  </a:lnTo>
                  <a:lnTo>
                    <a:pt x="4536" y="268261"/>
                  </a:lnTo>
                  <a:lnTo>
                    <a:pt x="0" y="223265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5727" y="3674364"/>
              <a:ext cx="5244083" cy="5120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1843" y="3703320"/>
              <a:ext cx="4852415" cy="4892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5351" y="3688079"/>
              <a:ext cx="5164836" cy="43281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515831" y="3747550"/>
            <a:ext cx="4565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Separation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600" spc="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Content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Generation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from</a:t>
            </a:r>
            <a:r>
              <a:rPr sz="16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Presentation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17005" y="3676141"/>
            <a:ext cx="5433060" cy="1051560"/>
            <a:chOff x="6017005" y="3676141"/>
            <a:chExt cx="5433060" cy="1051560"/>
          </a:xfrm>
        </p:grpSpPr>
        <p:sp>
          <p:nvSpPr>
            <p:cNvPr id="19" name="object 19"/>
            <p:cNvSpPr/>
            <p:nvPr/>
          </p:nvSpPr>
          <p:spPr>
            <a:xfrm>
              <a:off x="6022085" y="3681221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23265" y="0"/>
                  </a:moveTo>
                  <a:lnTo>
                    <a:pt x="178270" y="4536"/>
                  </a:lnTo>
                  <a:lnTo>
                    <a:pt x="136361" y="17545"/>
                  </a:lnTo>
                  <a:lnTo>
                    <a:pt x="98436" y="38130"/>
                  </a:lnTo>
                  <a:lnTo>
                    <a:pt x="65393" y="65393"/>
                  </a:lnTo>
                  <a:lnTo>
                    <a:pt x="38130" y="98436"/>
                  </a:lnTo>
                  <a:lnTo>
                    <a:pt x="17545" y="136361"/>
                  </a:lnTo>
                  <a:lnTo>
                    <a:pt x="4536" y="178270"/>
                  </a:lnTo>
                  <a:lnTo>
                    <a:pt x="0" y="223265"/>
                  </a:lnTo>
                  <a:lnTo>
                    <a:pt x="4536" y="268261"/>
                  </a:lnTo>
                  <a:lnTo>
                    <a:pt x="17545" y="310170"/>
                  </a:lnTo>
                  <a:lnTo>
                    <a:pt x="38130" y="348095"/>
                  </a:lnTo>
                  <a:lnTo>
                    <a:pt x="65393" y="381138"/>
                  </a:lnTo>
                  <a:lnTo>
                    <a:pt x="98436" y="408401"/>
                  </a:lnTo>
                  <a:lnTo>
                    <a:pt x="136361" y="428986"/>
                  </a:lnTo>
                  <a:lnTo>
                    <a:pt x="178270" y="441995"/>
                  </a:lnTo>
                  <a:lnTo>
                    <a:pt x="223265" y="446531"/>
                  </a:lnTo>
                  <a:lnTo>
                    <a:pt x="268261" y="441995"/>
                  </a:lnTo>
                  <a:lnTo>
                    <a:pt x="310170" y="428986"/>
                  </a:lnTo>
                  <a:lnTo>
                    <a:pt x="348095" y="408401"/>
                  </a:lnTo>
                  <a:lnTo>
                    <a:pt x="381138" y="381138"/>
                  </a:lnTo>
                  <a:lnTo>
                    <a:pt x="408401" y="348095"/>
                  </a:lnTo>
                  <a:lnTo>
                    <a:pt x="428986" y="310170"/>
                  </a:lnTo>
                  <a:lnTo>
                    <a:pt x="441995" y="268261"/>
                  </a:lnTo>
                  <a:lnTo>
                    <a:pt x="446531" y="223265"/>
                  </a:lnTo>
                  <a:lnTo>
                    <a:pt x="441995" y="178270"/>
                  </a:lnTo>
                  <a:lnTo>
                    <a:pt x="428986" y="136361"/>
                  </a:lnTo>
                  <a:lnTo>
                    <a:pt x="408401" y="98436"/>
                  </a:lnTo>
                  <a:lnTo>
                    <a:pt x="381138" y="65393"/>
                  </a:lnTo>
                  <a:lnTo>
                    <a:pt x="348095" y="38130"/>
                  </a:lnTo>
                  <a:lnTo>
                    <a:pt x="310170" y="17545"/>
                  </a:lnTo>
                  <a:lnTo>
                    <a:pt x="268261" y="4536"/>
                  </a:lnTo>
                  <a:lnTo>
                    <a:pt x="22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2085" y="3681221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23265"/>
                  </a:moveTo>
                  <a:lnTo>
                    <a:pt x="4536" y="178270"/>
                  </a:lnTo>
                  <a:lnTo>
                    <a:pt x="17545" y="136361"/>
                  </a:lnTo>
                  <a:lnTo>
                    <a:pt x="38130" y="98436"/>
                  </a:lnTo>
                  <a:lnTo>
                    <a:pt x="65393" y="65393"/>
                  </a:lnTo>
                  <a:lnTo>
                    <a:pt x="98436" y="38130"/>
                  </a:lnTo>
                  <a:lnTo>
                    <a:pt x="136361" y="17545"/>
                  </a:lnTo>
                  <a:lnTo>
                    <a:pt x="178270" y="4536"/>
                  </a:lnTo>
                  <a:lnTo>
                    <a:pt x="223265" y="0"/>
                  </a:lnTo>
                  <a:lnTo>
                    <a:pt x="268261" y="4536"/>
                  </a:lnTo>
                  <a:lnTo>
                    <a:pt x="310170" y="17545"/>
                  </a:lnTo>
                  <a:lnTo>
                    <a:pt x="348095" y="38130"/>
                  </a:lnTo>
                  <a:lnTo>
                    <a:pt x="381138" y="65393"/>
                  </a:lnTo>
                  <a:lnTo>
                    <a:pt x="408401" y="98436"/>
                  </a:lnTo>
                  <a:lnTo>
                    <a:pt x="428986" y="136361"/>
                  </a:lnTo>
                  <a:lnTo>
                    <a:pt x="441995" y="178270"/>
                  </a:lnTo>
                  <a:lnTo>
                    <a:pt x="446531" y="223265"/>
                  </a:lnTo>
                  <a:lnTo>
                    <a:pt x="441995" y="268261"/>
                  </a:lnTo>
                  <a:lnTo>
                    <a:pt x="428986" y="310170"/>
                  </a:lnTo>
                  <a:lnTo>
                    <a:pt x="408401" y="348095"/>
                  </a:lnTo>
                  <a:lnTo>
                    <a:pt x="381138" y="381138"/>
                  </a:lnTo>
                  <a:lnTo>
                    <a:pt x="348095" y="408401"/>
                  </a:lnTo>
                  <a:lnTo>
                    <a:pt x="310170" y="428986"/>
                  </a:lnTo>
                  <a:lnTo>
                    <a:pt x="268261" y="441995"/>
                  </a:lnTo>
                  <a:lnTo>
                    <a:pt x="223265" y="446531"/>
                  </a:lnTo>
                  <a:lnTo>
                    <a:pt x="178270" y="441995"/>
                  </a:lnTo>
                  <a:lnTo>
                    <a:pt x="136361" y="428986"/>
                  </a:lnTo>
                  <a:lnTo>
                    <a:pt x="98436" y="408401"/>
                  </a:lnTo>
                  <a:lnTo>
                    <a:pt x="65393" y="381138"/>
                  </a:lnTo>
                  <a:lnTo>
                    <a:pt x="38130" y="348095"/>
                  </a:lnTo>
                  <a:lnTo>
                    <a:pt x="17545" y="310170"/>
                  </a:lnTo>
                  <a:lnTo>
                    <a:pt x="4536" y="268261"/>
                  </a:lnTo>
                  <a:lnTo>
                    <a:pt x="0" y="223265"/>
                  </a:lnTo>
                  <a:close/>
                </a:path>
              </a:pathLst>
            </a:custGeom>
            <a:ln w="9994">
              <a:solidFill>
                <a:srgbClr val="3EBD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39839" y="4247387"/>
              <a:ext cx="5109971" cy="4358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5955" y="4238243"/>
              <a:ext cx="3406139" cy="4892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9463" y="4261103"/>
              <a:ext cx="5030724" cy="35661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650134" y="4283062"/>
            <a:ext cx="3118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Emphasis</a:t>
            </a:r>
            <a:r>
              <a:rPr sz="16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on</a:t>
            </a:r>
            <a:r>
              <a:rPr sz="16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Reusable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Components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90259" y="4212590"/>
            <a:ext cx="5560060" cy="2106295"/>
            <a:chOff x="5890259" y="4212590"/>
            <a:chExt cx="5560060" cy="2106295"/>
          </a:xfrm>
        </p:grpSpPr>
        <p:sp>
          <p:nvSpPr>
            <p:cNvPr id="26" name="object 26"/>
            <p:cNvSpPr/>
            <p:nvPr/>
          </p:nvSpPr>
          <p:spPr>
            <a:xfrm>
              <a:off x="6157721" y="4217670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5">
                  <a:moveTo>
                    <a:pt x="222504" y="0"/>
                  </a:moveTo>
                  <a:lnTo>
                    <a:pt x="177661" y="4520"/>
                  </a:lnTo>
                  <a:lnTo>
                    <a:pt x="135895" y="17485"/>
                  </a:lnTo>
                  <a:lnTo>
                    <a:pt x="98100" y="38000"/>
                  </a:lnTo>
                  <a:lnTo>
                    <a:pt x="65170" y="65170"/>
                  </a:lnTo>
                  <a:lnTo>
                    <a:pt x="38000" y="98100"/>
                  </a:lnTo>
                  <a:lnTo>
                    <a:pt x="17485" y="135895"/>
                  </a:lnTo>
                  <a:lnTo>
                    <a:pt x="4520" y="177661"/>
                  </a:lnTo>
                  <a:lnTo>
                    <a:pt x="0" y="222503"/>
                  </a:lnTo>
                  <a:lnTo>
                    <a:pt x="4520" y="267346"/>
                  </a:lnTo>
                  <a:lnTo>
                    <a:pt x="17485" y="309112"/>
                  </a:lnTo>
                  <a:lnTo>
                    <a:pt x="38000" y="346907"/>
                  </a:lnTo>
                  <a:lnTo>
                    <a:pt x="65170" y="379837"/>
                  </a:lnTo>
                  <a:lnTo>
                    <a:pt x="98100" y="407007"/>
                  </a:lnTo>
                  <a:lnTo>
                    <a:pt x="135895" y="427522"/>
                  </a:lnTo>
                  <a:lnTo>
                    <a:pt x="177661" y="440487"/>
                  </a:lnTo>
                  <a:lnTo>
                    <a:pt x="222504" y="445007"/>
                  </a:lnTo>
                  <a:lnTo>
                    <a:pt x="267346" y="440487"/>
                  </a:lnTo>
                  <a:lnTo>
                    <a:pt x="309112" y="427522"/>
                  </a:lnTo>
                  <a:lnTo>
                    <a:pt x="346907" y="407007"/>
                  </a:lnTo>
                  <a:lnTo>
                    <a:pt x="379837" y="379837"/>
                  </a:lnTo>
                  <a:lnTo>
                    <a:pt x="407007" y="346907"/>
                  </a:lnTo>
                  <a:lnTo>
                    <a:pt x="427522" y="309112"/>
                  </a:lnTo>
                  <a:lnTo>
                    <a:pt x="440487" y="267346"/>
                  </a:lnTo>
                  <a:lnTo>
                    <a:pt x="445008" y="222503"/>
                  </a:lnTo>
                  <a:lnTo>
                    <a:pt x="440487" y="177661"/>
                  </a:lnTo>
                  <a:lnTo>
                    <a:pt x="427522" y="135895"/>
                  </a:lnTo>
                  <a:lnTo>
                    <a:pt x="407007" y="98100"/>
                  </a:lnTo>
                  <a:lnTo>
                    <a:pt x="379837" y="65170"/>
                  </a:lnTo>
                  <a:lnTo>
                    <a:pt x="346907" y="38000"/>
                  </a:lnTo>
                  <a:lnTo>
                    <a:pt x="309112" y="17485"/>
                  </a:lnTo>
                  <a:lnTo>
                    <a:pt x="267346" y="4520"/>
                  </a:lnTo>
                  <a:lnTo>
                    <a:pt x="222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57721" y="4217670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5">
                  <a:moveTo>
                    <a:pt x="0" y="222503"/>
                  </a:moveTo>
                  <a:lnTo>
                    <a:pt x="4520" y="177661"/>
                  </a:lnTo>
                  <a:lnTo>
                    <a:pt x="17485" y="135895"/>
                  </a:lnTo>
                  <a:lnTo>
                    <a:pt x="38000" y="98100"/>
                  </a:lnTo>
                  <a:lnTo>
                    <a:pt x="65170" y="65170"/>
                  </a:lnTo>
                  <a:lnTo>
                    <a:pt x="98100" y="38000"/>
                  </a:lnTo>
                  <a:lnTo>
                    <a:pt x="135895" y="17485"/>
                  </a:lnTo>
                  <a:lnTo>
                    <a:pt x="177661" y="4520"/>
                  </a:lnTo>
                  <a:lnTo>
                    <a:pt x="222504" y="0"/>
                  </a:lnTo>
                  <a:lnTo>
                    <a:pt x="267346" y="4520"/>
                  </a:lnTo>
                  <a:lnTo>
                    <a:pt x="309112" y="17485"/>
                  </a:lnTo>
                  <a:lnTo>
                    <a:pt x="346907" y="38000"/>
                  </a:lnTo>
                  <a:lnTo>
                    <a:pt x="379837" y="65170"/>
                  </a:lnTo>
                  <a:lnTo>
                    <a:pt x="407007" y="98100"/>
                  </a:lnTo>
                  <a:lnTo>
                    <a:pt x="427522" y="135895"/>
                  </a:lnTo>
                  <a:lnTo>
                    <a:pt x="440487" y="177661"/>
                  </a:lnTo>
                  <a:lnTo>
                    <a:pt x="445008" y="222503"/>
                  </a:lnTo>
                  <a:lnTo>
                    <a:pt x="440487" y="267346"/>
                  </a:lnTo>
                  <a:lnTo>
                    <a:pt x="427522" y="309112"/>
                  </a:lnTo>
                  <a:lnTo>
                    <a:pt x="407007" y="346907"/>
                  </a:lnTo>
                  <a:lnTo>
                    <a:pt x="379837" y="379837"/>
                  </a:lnTo>
                  <a:lnTo>
                    <a:pt x="346907" y="407007"/>
                  </a:lnTo>
                  <a:lnTo>
                    <a:pt x="309112" y="427522"/>
                  </a:lnTo>
                  <a:lnTo>
                    <a:pt x="267346" y="440487"/>
                  </a:lnTo>
                  <a:lnTo>
                    <a:pt x="222504" y="445007"/>
                  </a:lnTo>
                  <a:lnTo>
                    <a:pt x="177661" y="440487"/>
                  </a:lnTo>
                  <a:lnTo>
                    <a:pt x="135895" y="427522"/>
                  </a:lnTo>
                  <a:lnTo>
                    <a:pt x="98100" y="407007"/>
                  </a:lnTo>
                  <a:lnTo>
                    <a:pt x="65170" y="379837"/>
                  </a:lnTo>
                  <a:lnTo>
                    <a:pt x="38000" y="346907"/>
                  </a:lnTo>
                  <a:lnTo>
                    <a:pt x="17485" y="309112"/>
                  </a:lnTo>
                  <a:lnTo>
                    <a:pt x="4520" y="267346"/>
                  </a:lnTo>
                  <a:lnTo>
                    <a:pt x="0" y="222503"/>
                  </a:lnTo>
                  <a:close/>
                </a:path>
              </a:pathLst>
            </a:custGeom>
            <a:ln w="9994">
              <a:solidFill>
                <a:srgbClr val="3EC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39839" y="4782312"/>
              <a:ext cx="5109971" cy="4358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05955" y="4773168"/>
              <a:ext cx="2916935" cy="49072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79463" y="4796028"/>
              <a:ext cx="5030724" cy="35661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57721" y="4752594"/>
              <a:ext cx="445134" cy="447040"/>
            </a:xfrm>
            <a:custGeom>
              <a:avLst/>
              <a:gdLst/>
              <a:ahLst/>
              <a:cxnLst/>
              <a:rect l="l" t="t" r="r" b="b"/>
              <a:pathLst>
                <a:path w="445134" h="447039">
                  <a:moveTo>
                    <a:pt x="222504" y="0"/>
                  </a:moveTo>
                  <a:lnTo>
                    <a:pt x="177661" y="4536"/>
                  </a:lnTo>
                  <a:lnTo>
                    <a:pt x="135895" y="17545"/>
                  </a:lnTo>
                  <a:lnTo>
                    <a:pt x="98100" y="38130"/>
                  </a:lnTo>
                  <a:lnTo>
                    <a:pt x="65170" y="65393"/>
                  </a:lnTo>
                  <a:lnTo>
                    <a:pt x="38000" y="98436"/>
                  </a:lnTo>
                  <a:lnTo>
                    <a:pt x="17485" y="136361"/>
                  </a:lnTo>
                  <a:lnTo>
                    <a:pt x="4520" y="178270"/>
                  </a:lnTo>
                  <a:lnTo>
                    <a:pt x="0" y="223265"/>
                  </a:lnTo>
                  <a:lnTo>
                    <a:pt x="4520" y="268261"/>
                  </a:lnTo>
                  <a:lnTo>
                    <a:pt x="17485" y="310170"/>
                  </a:lnTo>
                  <a:lnTo>
                    <a:pt x="38000" y="348095"/>
                  </a:lnTo>
                  <a:lnTo>
                    <a:pt x="65170" y="381138"/>
                  </a:lnTo>
                  <a:lnTo>
                    <a:pt x="98100" y="408401"/>
                  </a:lnTo>
                  <a:lnTo>
                    <a:pt x="135895" y="428986"/>
                  </a:lnTo>
                  <a:lnTo>
                    <a:pt x="177661" y="441995"/>
                  </a:lnTo>
                  <a:lnTo>
                    <a:pt x="222504" y="446531"/>
                  </a:lnTo>
                  <a:lnTo>
                    <a:pt x="267346" y="441995"/>
                  </a:lnTo>
                  <a:lnTo>
                    <a:pt x="309112" y="428986"/>
                  </a:lnTo>
                  <a:lnTo>
                    <a:pt x="346907" y="408401"/>
                  </a:lnTo>
                  <a:lnTo>
                    <a:pt x="379837" y="381138"/>
                  </a:lnTo>
                  <a:lnTo>
                    <a:pt x="407007" y="348095"/>
                  </a:lnTo>
                  <a:lnTo>
                    <a:pt x="427522" y="310170"/>
                  </a:lnTo>
                  <a:lnTo>
                    <a:pt x="440487" y="268261"/>
                  </a:lnTo>
                  <a:lnTo>
                    <a:pt x="445008" y="223265"/>
                  </a:lnTo>
                  <a:lnTo>
                    <a:pt x="440487" y="178270"/>
                  </a:lnTo>
                  <a:lnTo>
                    <a:pt x="427522" y="136361"/>
                  </a:lnTo>
                  <a:lnTo>
                    <a:pt x="407007" y="98436"/>
                  </a:lnTo>
                  <a:lnTo>
                    <a:pt x="379837" y="65393"/>
                  </a:lnTo>
                  <a:lnTo>
                    <a:pt x="346907" y="38130"/>
                  </a:lnTo>
                  <a:lnTo>
                    <a:pt x="309112" y="17545"/>
                  </a:lnTo>
                  <a:lnTo>
                    <a:pt x="267346" y="4536"/>
                  </a:lnTo>
                  <a:lnTo>
                    <a:pt x="222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57721" y="4752594"/>
              <a:ext cx="445134" cy="447040"/>
            </a:xfrm>
            <a:custGeom>
              <a:avLst/>
              <a:gdLst/>
              <a:ahLst/>
              <a:cxnLst/>
              <a:rect l="l" t="t" r="r" b="b"/>
              <a:pathLst>
                <a:path w="445134" h="447039">
                  <a:moveTo>
                    <a:pt x="0" y="223265"/>
                  </a:moveTo>
                  <a:lnTo>
                    <a:pt x="4520" y="178270"/>
                  </a:lnTo>
                  <a:lnTo>
                    <a:pt x="17485" y="136361"/>
                  </a:lnTo>
                  <a:lnTo>
                    <a:pt x="38000" y="98436"/>
                  </a:lnTo>
                  <a:lnTo>
                    <a:pt x="65170" y="65393"/>
                  </a:lnTo>
                  <a:lnTo>
                    <a:pt x="98100" y="38130"/>
                  </a:lnTo>
                  <a:lnTo>
                    <a:pt x="135895" y="17545"/>
                  </a:lnTo>
                  <a:lnTo>
                    <a:pt x="177661" y="4536"/>
                  </a:lnTo>
                  <a:lnTo>
                    <a:pt x="222504" y="0"/>
                  </a:lnTo>
                  <a:lnTo>
                    <a:pt x="267346" y="4536"/>
                  </a:lnTo>
                  <a:lnTo>
                    <a:pt x="309112" y="17545"/>
                  </a:lnTo>
                  <a:lnTo>
                    <a:pt x="346907" y="38130"/>
                  </a:lnTo>
                  <a:lnTo>
                    <a:pt x="379837" y="65393"/>
                  </a:lnTo>
                  <a:lnTo>
                    <a:pt x="407007" y="98436"/>
                  </a:lnTo>
                  <a:lnTo>
                    <a:pt x="427522" y="136361"/>
                  </a:lnTo>
                  <a:lnTo>
                    <a:pt x="440487" y="178270"/>
                  </a:lnTo>
                  <a:lnTo>
                    <a:pt x="445008" y="223265"/>
                  </a:lnTo>
                  <a:lnTo>
                    <a:pt x="440487" y="268261"/>
                  </a:lnTo>
                  <a:lnTo>
                    <a:pt x="427522" y="310170"/>
                  </a:lnTo>
                  <a:lnTo>
                    <a:pt x="407007" y="348095"/>
                  </a:lnTo>
                  <a:lnTo>
                    <a:pt x="379837" y="381138"/>
                  </a:lnTo>
                  <a:lnTo>
                    <a:pt x="346907" y="408401"/>
                  </a:lnTo>
                  <a:lnTo>
                    <a:pt x="309112" y="428986"/>
                  </a:lnTo>
                  <a:lnTo>
                    <a:pt x="267346" y="441995"/>
                  </a:lnTo>
                  <a:lnTo>
                    <a:pt x="222504" y="446531"/>
                  </a:lnTo>
                  <a:lnTo>
                    <a:pt x="177661" y="441995"/>
                  </a:lnTo>
                  <a:lnTo>
                    <a:pt x="135895" y="428986"/>
                  </a:lnTo>
                  <a:lnTo>
                    <a:pt x="98100" y="408401"/>
                  </a:lnTo>
                  <a:lnTo>
                    <a:pt x="65170" y="381138"/>
                  </a:lnTo>
                  <a:lnTo>
                    <a:pt x="38000" y="348095"/>
                  </a:lnTo>
                  <a:lnTo>
                    <a:pt x="17485" y="310170"/>
                  </a:lnTo>
                  <a:lnTo>
                    <a:pt x="4520" y="268261"/>
                  </a:lnTo>
                  <a:lnTo>
                    <a:pt x="0" y="223265"/>
                  </a:lnTo>
                  <a:close/>
                </a:path>
              </a:pathLst>
            </a:custGeom>
            <a:ln w="9994">
              <a:solidFill>
                <a:srgbClr val="4ACC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05728" y="5317236"/>
              <a:ext cx="5244083" cy="4373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71843" y="5308092"/>
              <a:ext cx="4497323" cy="49072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45351" y="5330952"/>
              <a:ext cx="5164836" cy="35814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022085" y="5287518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23265" y="0"/>
                  </a:moveTo>
                  <a:lnTo>
                    <a:pt x="178270" y="4536"/>
                  </a:lnTo>
                  <a:lnTo>
                    <a:pt x="136361" y="17545"/>
                  </a:lnTo>
                  <a:lnTo>
                    <a:pt x="98436" y="38130"/>
                  </a:lnTo>
                  <a:lnTo>
                    <a:pt x="65393" y="65393"/>
                  </a:lnTo>
                  <a:lnTo>
                    <a:pt x="38130" y="98436"/>
                  </a:lnTo>
                  <a:lnTo>
                    <a:pt x="17545" y="136361"/>
                  </a:lnTo>
                  <a:lnTo>
                    <a:pt x="4536" y="178270"/>
                  </a:lnTo>
                  <a:lnTo>
                    <a:pt x="0" y="223265"/>
                  </a:lnTo>
                  <a:lnTo>
                    <a:pt x="4536" y="268261"/>
                  </a:lnTo>
                  <a:lnTo>
                    <a:pt x="17545" y="310170"/>
                  </a:lnTo>
                  <a:lnTo>
                    <a:pt x="38130" y="348095"/>
                  </a:lnTo>
                  <a:lnTo>
                    <a:pt x="65393" y="381138"/>
                  </a:lnTo>
                  <a:lnTo>
                    <a:pt x="98436" y="408401"/>
                  </a:lnTo>
                  <a:lnTo>
                    <a:pt x="136361" y="428986"/>
                  </a:lnTo>
                  <a:lnTo>
                    <a:pt x="178270" y="441995"/>
                  </a:lnTo>
                  <a:lnTo>
                    <a:pt x="223265" y="446531"/>
                  </a:lnTo>
                  <a:lnTo>
                    <a:pt x="268261" y="441995"/>
                  </a:lnTo>
                  <a:lnTo>
                    <a:pt x="310170" y="428986"/>
                  </a:lnTo>
                  <a:lnTo>
                    <a:pt x="348095" y="408401"/>
                  </a:lnTo>
                  <a:lnTo>
                    <a:pt x="381138" y="381138"/>
                  </a:lnTo>
                  <a:lnTo>
                    <a:pt x="408401" y="348095"/>
                  </a:lnTo>
                  <a:lnTo>
                    <a:pt x="428986" y="310170"/>
                  </a:lnTo>
                  <a:lnTo>
                    <a:pt x="441995" y="268261"/>
                  </a:lnTo>
                  <a:lnTo>
                    <a:pt x="446531" y="223265"/>
                  </a:lnTo>
                  <a:lnTo>
                    <a:pt x="441995" y="178270"/>
                  </a:lnTo>
                  <a:lnTo>
                    <a:pt x="428986" y="136361"/>
                  </a:lnTo>
                  <a:lnTo>
                    <a:pt x="408401" y="98436"/>
                  </a:lnTo>
                  <a:lnTo>
                    <a:pt x="381138" y="65393"/>
                  </a:lnTo>
                  <a:lnTo>
                    <a:pt x="348095" y="38130"/>
                  </a:lnTo>
                  <a:lnTo>
                    <a:pt x="310170" y="17545"/>
                  </a:lnTo>
                  <a:lnTo>
                    <a:pt x="268261" y="4536"/>
                  </a:lnTo>
                  <a:lnTo>
                    <a:pt x="22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22085" y="5287518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23265"/>
                  </a:moveTo>
                  <a:lnTo>
                    <a:pt x="4536" y="178270"/>
                  </a:lnTo>
                  <a:lnTo>
                    <a:pt x="17545" y="136361"/>
                  </a:lnTo>
                  <a:lnTo>
                    <a:pt x="38130" y="98436"/>
                  </a:lnTo>
                  <a:lnTo>
                    <a:pt x="65393" y="65393"/>
                  </a:lnTo>
                  <a:lnTo>
                    <a:pt x="98436" y="38130"/>
                  </a:lnTo>
                  <a:lnTo>
                    <a:pt x="136361" y="17545"/>
                  </a:lnTo>
                  <a:lnTo>
                    <a:pt x="178270" y="4536"/>
                  </a:lnTo>
                  <a:lnTo>
                    <a:pt x="223265" y="0"/>
                  </a:lnTo>
                  <a:lnTo>
                    <a:pt x="268261" y="4536"/>
                  </a:lnTo>
                  <a:lnTo>
                    <a:pt x="310170" y="17545"/>
                  </a:lnTo>
                  <a:lnTo>
                    <a:pt x="348095" y="38130"/>
                  </a:lnTo>
                  <a:lnTo>
                    <a:pt x="381138" y="65393"/>
                  </a:lnTo>
                  <a:lnTo>
                    <a:pt x="408401" y="98436"/>
                  </a:lnTo>
                  <a:lnTo>
                    <a:pt x="428986" y="136361"/>
                  </a:lnTo>
                  <a:lnTo>
                    <a:pt x="441995" y="178270"/>
                  </a:lnTo>
                  <a:lnTo>
                    <a:pt x="446531" y="223265"/>
                  </a:lnTo>
                  <a:lnTo>
                    <a:pt x="441995" y="268261"/>
                  </a:lnTo>
                  <a:lnTo>
                    <a:pt x="428986" y="310170"/>
                  </a:lnTo>
                  <a:lnTo>
                    <a:pt x="408401" y="348095"/>
                  </a:lnTo>
                  <a:lnTo>
                    <a:pt x="381138" y="381138"/>
                  </a:lnTo>
                  <a:lnTo>
                    <a:pt x="348095" y="408401"/>
                  </a:lnTo>
                  <a:lnTo>
                    <a:pt x="310170" y="428986"/>
                  </a:lnTo>
                  <a:lnTo>
                    <a:pt x="268261" y="441995"/>
                  </a:lnTo>
                  <a:lnTo>
                    <a:pt x="223265" y="446531"/>
                  </a:lnTo>
                  <a:lnTo>
                    <a:pt x="178270" y="441995"/>
                  </a:lnTo>
                  <a:lnTo>
                    <a:pt x="136361" y="428986"/>
                  </a:lnTo>
                  <a:lnTo>
                    <a:pt x="98436" y="408401"/>
                  </a:lnTo>
                  <a:lnTo>
                    <a:pt x="65393" y="381138"/>
                  </a:lnTo>
                  <a:lnTo>
                    <a:pt x="38130" y="348095"/>
                  </a:lnTo>
                  <a:lnTo>
                    <a:pt x="17545" y="310170"/>
                  </a:lnTo>
                  <a:lnTo>
                    <a:pt x="4536" y="268261"/>
                  </a:lnTo>
                  <a:lnTo>
                    <a:pt x="0" y="223265"/>
                  </a:lnTo>
                  <a:close/>
                </a:path>
              </a:pathLst>
            </a:custGeom>
            <a:ln w="9994">
              <a:solidFill>
                <a:srgbClr val="91D1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0259" y="5838444"/>
              <a:ext cx="5536691" cy="43586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56375" y="5829300"/>
              <a:ext cx="3819143" cy="48920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929883" y="5852160"/>
              <a:ext cx="5457825" cy="356870"/>
            </a:xfrm>
            <a:custGeom>
              <a:avLst/>
              <a:gdLst/>
              <a:ahLst/>
              <a:cxnLst/>
              <a:rect l="l" t="t" r="r" b="b"/>
              <a:pathLst>
                <a:path w="5457825" h="356870">
                  <a:moveTo>
                    <a:pt x="5457444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5457444" y="356615"/>
                  </a:lnTo>
                  <a:lnTo>
                    <a:pt x="5457444" y="0"/>
                  </a:lnTo>
                  <a:close/>
                </a:path>
              </a:pathLst>
            </a:custGeom>
            <a:solidFill>
              <a:srgbClr val="DF5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199912" y="4818235"/>
            <a:ext cx="4525010" cy="1324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Simplified</a:t>
            </a:r>
            <a:r>
              <a:rPr sz="1600" spc="-7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Page</a:t>
            </a:r>
            <a:r>
              <a:rPr sz="1600" spc="-9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Development</a:t>
            </a:r>
            <a:endParaRPr sz="1600">
              <a:latin typeface="Calisto MT"/>
              <a:cs typeface="Calisto MT"/>
            </a:endParaRPr>
          </a:p>
          <a:p>
            <a:pPr marL="12700" marR="5080" indent="315595">
              <a:lnSpc>
                <a:spcPct val="213300"/>
              </a:lnSpc>
              <a:spcBef>
                <a:spcPts val="120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Instantiate</a:t>
            </a:r>
            <a:r>
              <a:rPr sz="16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JakartaBean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Components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Support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N-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tier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enterprise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724480" y="5817444"/>
            <a:ext cx="456565" cy="456565"/>
            <a:chOff x="5724480" y="5817444"/>
            <a:chExt cx="456565" cy="456565"/>
          </a:xfrm>
        </p:grpSpPr>
        <p:sp>
          <p:nvSpPr>
            <p:cNvPr id="43" name="object 43"/>
            <p:cNvSpPr/>
            <p:nvPr/>
          </p:nvSpPr>
          <p:spPr>
            <a:xfrm>
              <a:off x="5729477" y="5822441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23265" y="0"/>
                  </a:moveTo>
                  <a:lnTo>
                    <a:pt x="178270" y="4536"/>
                  </a:lnTo>
                  <a:lnTo>
                    <a:pt x="136361" y="17545"/>
                  </a:lnTo>
                  <a:lnTo>
                    <a:pt x="98436" y="38130"/>
                  </a:lnTo>
                  <a:lnTo>
                    <a:pt x="65393" y="65393"/>
                  </a:lnTo>
                  <a:lnTo>
                    <a:pt x="38130" y="98436"/>
                  </a:lnTo>
                  <a:lnTo>
                    <a:pt x="17545" y="136361"/>
                  </a:lnTo>
                  <a:lnTo>
                    <a:pt x="4536" y="178270"/>
                  </a:lnTo>
                  <a:lnTo>
                    <a:pt x="0" y="223265"/>
                  </a:lnTo>
                  <a:lnTo>
                    <a:pt x="4536" y="268261"/>
                  </a:lnTo>
                  <a:lnTo>
                    <a:pt x="17545" y="310170"/>
                  </a:lnTo>
                  <a:lnTo>
                    <a:pt x="38130" y="348095"/>
                  </a:lnTo>
                  <a:lnTo>
                    <a:pt x="65393" y="381138"/>
                  </a:lnTo>
                  <a:lnTo>
                    <a:pt x="98436" y="408401"/>
                  </a:lnTo>
                  <a:lnTo>
                    <a:pt x="136361" y="428986"/>
                  </a:lnTo>
                  <a:lnTo>
                    <a:pt x="178270" y="441995"/>
                  </a:lnTo>
                  <a:lnTo>
                    <a:pt x="223265" y="446531"/>
                  </a:lnTo>
                  <a:lnTo>
                    <a:pt x="268261" y="441995"/>
                  </a:lnTo>
                  <a:lnTo>
                    <a:pt x="310170" y="428986"/>
                  </a:lnTo>
                  <a:lnTo>
                    <a:pt x="348095" y="408401"/>
                  </a:lnTo>
                  <a:lnTo>
                    <a:pt x="381138" y="381138"/>
                  </a:lnTo>
                  <a:lnTo>
                    <a:pt x="408401" y="348095"/>
                  </a:lnTo>
                  <a:lnTo>
                    <a:pt x="428986" y="310170"/>
                  </a:lnTo>
                  <a:lnTo>
                    <a:pt x="441995" y="268261"/>
                  </a:lnTo>
                  <a:lnTo>
                    <a:pt x="446531" y="223265"/>
                  </a:lnTo>
                  <a:lnTo>
                    <a:pt x="441995" y="178270"/>
                  </a:lnTo>
                  <a:lnTo>
                    <a:pt x="428986" y="136361"/>
                  </a:lnTo>
                  <a:lnTo>
                    <a:pt x="408401" y="98436"/>
                  </a:lnTo>
                  <a:lnTo>
                    <a:pt x="381138" y="65393"/>
                  </a:lnTo>
                  <a:lnTo>
                    <a:pt x="348095" y="38130"/>
                  </a:lnTo>
                  <a:lnTo>
                    <a:pt x="310170" y="17545"/>
                  </a:lnTo>
                  <a:lnTo>
                    <a:pt x="268261" y="4536"/>
                  </a:lnTo>
                  <a:lnTo>
                    <a:pt x="22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29477" y="5822441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23265"/>
                  </a:moveTo>
                  <a:lnTo>
                    <a:pt x="4536" y="178270"/>
                  </a:lnTo>
                  <a:lnTo>
                    <a:pt x="17545" y="136361"/>
                  </a:lnTo>
                  <a:lnTo>
                    <a:pt x="38130" y="98436"/>
                  </a:lnTo>
                  <a:lnTo>
                    <a:pt x="65393" y="65393"/>
                  </a:lnTo>
                  <a:lnTo>
                    <a:pt x="98436" y="38130"/>
                  </a:lnTo>
                  <a:lnTo>
                    <a:pt x="136361" y="17545"/>
                  </a:lnTo>
                  <a:lnTo>
                    <a:pt x="178270" y="4536"/>
                  </a:lnTo>
                  <a:lnTo>
                    <a:pt x="223265" y="0"/>
                  </a:lnTo>
                  <a:lnTo>
                    <a:pt x="268261" y="4536"/>
                  </a:lnTo>
                  <a:lnTo>
                    <a:pt x="310170" y="17545"/>
                  </a:lnTo>
                  <a:lnTo>
                    <a:pt x="348095" y="38130"/>
                  </a:lnTo>
                  <a:lnTo>
                    <a:pt x="381138" y="65393"/>
                  </a:lnTo>
                  <a:lnTo>
                    <a:pt x="408401" y="98436"/>
                  </a:lnTo>
                  <a:lnTo>
                    <a:pt x="428986" y="136361"/>
                  </a:lnTo>
                  <a:lnTo>
                    <a:pt x="441995" y="178270"/>
                  </a:lnTo>
                  <a:lnTo>
                    <a:pt x="446531" y="223265"/>
                  </a:lnTo>
                  <a:lnTo>
                    <a:pt x="441995" y="268261"/>
                  </a:lnTo>
                  <a:lnTo>
                    <a:pt x="428986" y="310170"/>
                  </a:lnTo>
                  <a:lnTo>
                    <a:pt x="408401" y="348095"/>
                  </a:lnTo>
                  <a:lnTo>
                    <a:pt x="381138" y="381138"/>
                  </a:lnTo>
                  <a:lnTo>
                    <a:pt x="348095" y="408401"/>
                  </a:lnTo>
                  <a:lnTo>
                    <a:pt x="310170" y="428986"/>
                  </a:lnTo>
                  <a:lnTo>
                    <a:pt x="268261" y="441995"/>
                  </a:lnTo>
                  <a:lnTo>
                    <a:pt x="223265" y="446531"/>
                  </a:lnTo>
                  <a:lnTo>
                    <a:pt x="178270" y="441995"/>
                  </a:lnTo>
                  <a:lnTo>
                    <a:pt x="136361" y="428986"/>
                  </a:lnTo>
                  <a:lnTo>
                    <a:pt x="98436" y="408401"/>
                  </a:lnTo>
                  <a:lnTo>
                    <a:pt x="65393" y="381138"/>
                  </a:lnTo>
                  <a:lnTo>
                    <a:pt x="38130" y="348095"/>
                  </a:lnTo>
                  <a:lnTo>
                    <a:pt x="17545" y="310170"/>
                  </a:lnTo>
                  <a:lnTo>
                    <a:pt x="4536" y="268261"/>
                  </a:lnTo>
                  <a:lnTo>
                    <a:pt x="0" y="223265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74209" y="2665797"/>
            <a:ext cx="1497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Benefits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9251" y="962041"/>
            <a:ext cx="1873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essential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for: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88290" y="1857756"/>
            <a:ext cx="4351020" cy="989330"/>
            <a:chOff x="288290" y="1857756"/>
            <a:chExt cx="4351020" cy="989330"/>
          </a:xfrm>
        </p:grpSpPr>
        <p:sp>
          <p:nvSpPr>
            <p:cNvPr id="48" name="object 48"/>
            <p:cNvSpPr/>
            <p:nvPr/>
          </p:nvSpPr>
          <p:spPr>
            <a:xfrm>
              <a:off x="293370" y="2059686"/>
              <a:ext cx="4340860" cy="277495"/>
            </a:xfrm>
            <a:custGeom>
              <a:avLst/>
              <a:gdLst/>
              <a:ahLst/>
              <a:cxnLst/>
              <a:rect l="l" t="t" r="r" b="b"/>
              <a:pathLst>
                <a:path w="4340860" h="277494">
                  <a:moveTo>
                    <a:pt x="0" y="0"/>
                  </a:moveTo>
                  <a:lnTo>
                    <a:pt x="4340352" y="0"/>
                  </a:lnTo>
                  <a:lnTo>
                    <a:pt x="4340352" y="277367"/>
                  </a:lnTo>
                  <a:lnTo>
                    <a:pt x="0" y="27736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392" y="1883663"/>
              <a:ext cx="3118103" cy="40385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3108" y="1857756"/>
              <a:ext cx="2886455" cy="49072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9015" y="1897382"/>
              <a:ext cx="3038856" cy="32461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93370" y="2559558"/>
              <a:ext cx="4340860" cy="277495"/>
            </a:xfrm>
            <a:custGeom>
              <a:avLst/>
              <a:gdLst/>
              <a:ahLst/>
              <a:cxnLst/>
              <a:rect l="l" t="t" r="r" b="b"/>
              <a:pathLst>
                <a:path w="4340860" h="277494">
                  <a:moveTo>
                    <a:pt x="0" y="0"/>
                  </a:moveTo>
                  <a:lnTo>
                    <a:pt x="4340352" y="0"/>
                  </a:lnTo>
                  <a:lnTo>
                    <a:pt x="4340352" y="277367"/>
                  </a:lnTo>
                  <a:lnTo>
                    <a:pt x="0" y="27736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3DC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392" y="2382012"/>
              <a:ext cx="3118103" cy="40385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3108" y="2357628"/>
              <a:ext cx="2400299" cy="48920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9015" y="2395730"/>
              <a:ext cx="3038856" cy="324612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27099" y="1903300"/>
            <a:ext cx="2599055" cy="76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Dynamic</a:t>
            </a:r>
            <a:r>
              <a:rPr sz="16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Content</a:t>
            </a:r>
            <a:r>
              <a:rPr sz="16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Generation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Calisto MT"/>
              <a:cs typeface="Calisto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Simplified</a:t>
            </a:r>
            <a:r>
              <a:rPr sz="1600" spc="-8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Development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88290" y="2855976"/>
            <a:ext cx="4351020" cy="490855"/>
            <a:chOff x="288290" y="2855976"/>
            <a:chExt cx="4351020" cy="490855"/>
          </a:xfrm>
        </p:grpSpPr>
        <p:sp>
          <p:nvSpPr>
            <p:cNvPr id="58" name="object 58"/>
            <p:cNvSpPr/>
            <p:nvPr/>
          </p:nvSpPr>
          <p:spPr>
            <a:xfrm>
              <a:off x="293370" y="3057906"/>
              <a:ext cx="4340860" cy="277495"/>
            </a:xfrm>
            <a:custGeom>
              <a:avLst/>
              <a:gdLst/>
              <a:ahLst/>
              <a:cxnLst/>
              <a:rect l="l" t="t" r="r" b="b"/>
              <a:pathLst>
                <a:path w="4340860" h="277495">
                  <a:moveTo>
                    <a:pt x="0" y="0"/>
                  </a:moveTo>
                  <a:lnTo>
                    <a:pt x="4340352" y="0"/>
                  </a:lnTo>
                  <a:lnTo>
                    <a:pt x="4340352" y="277367"/>
                  </a:lnTo>
                  <a:lnTo>
                    <a:pt x="0" y="277367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C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392" y="2881884"/>
              <a:ext cx="3118103" cy="40385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3108" y="2855976"/>
              <a:ext cx="1781555" cy="49072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9015" y="2895602"/>
              <a:ext cx="3038856" cy="324612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627099" y="2901220"/>
            <a:ext cx="1492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Code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Reusability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88290" y="3355848"/>
            <a:ext cx="4351020" cy="489584"/>
            <a:chOff x="288290" y="3355848"/>
            <a:chExt cx="4351020" cy="489584"/>
          </a:xfrm>
        </p:grpSpPr>
        <p:sp>
          <p:nvSpPr>
            <p:cNvPr id="64" name="object 64"/>
            <p:cNvSpPr/>
            <p:nvPr/>
          </p:nvSpPr>
          <p:spPr>
            <a:xfrm>
              <a:off x="293370" y="3557778"/>
              <a:ext cx="4340860" cy="277495"/>
            </a:xfrm>
            <a:custGeom>
              <a:avLst/>
              <a:gdLst/>
              <a:ahLst/>
              <a:cxnLst/>
              <a:rect l="l" t="t" r="r" b="b"/>
              <a:pathLst>
                <a:path w="4340860" h="277495">
                  <a:moveTo>
                    <a:pt x="0" y="0"/>
                  </a:moveTo>
                  <a:lnTo>
                    <a:pt x="4340352" y="0"/>
                  </a:lnTo>
                  <a:lnTo>
                    <a:pt x="4340352" y="277368"/>
                  </a:lnTo>
                  <a:lnTo>
                    <a:pt x="0" y="277368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7ED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392" y="3380232"/>
              <a:ext cx="3118103" cy="40385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3108" y="3355848"/>
              <a:ext cx="2586227" cy="48920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09015" y="3393950"/>
              <a:ext cx="3038856" cy="32461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627099" y="3400181"/>
            <a:ext cx="2299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Scalability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Integration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88372" y="3880103"/>
            <a:ext cx="4350385" cy="934085"/>
            <a:chOff x="288372" y="3880103"/>
            <a:chExt cx="4350385" cy="934085"/>
          </a:xfrm>
        </p:grpSpPr>
        <p:sp>
          <p:nvSpPr>
            <p:cNvPr id="70" name="object 70"/>
            <p:cNvSpPr/>
            <p:nvPr/>
          </p:nvSpPr>
          <p:spPr>
            <a:xfrm>
              <a:off x="293369" y="4531613"/>
              <a:ext cx="4340860" cy="277495"/>
            </a:xfrm>
            <a:custGeom>
              <a:avLst/>
              <a:gdLst/>
              <a:ahLst/>
              <a:cxnLst/>
              <a:rect l="l" t="t" r="r" b="b"/>
              <a:pathLst>
                <a:path w="4340860" h="277495">
                  <a:moveTo>
                    <a:pt x="0" y="0"/>
                  </a:moveTo>
                  <a:lnTo>
                    <a:pt x="4340352" y="0"/>
                  </a:lnTo>
                  <a:lnTo>
                    <a:pt x="4340352" y="277368"/>
                  </a:lnTo>
                  <a:lnTo>
                    <a:pt x="0" y="277368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9391" y="3880103"/>
              <a:ext cx="3115055" cy="87934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5967" y="3986783"/>
              <a:ext cx="2915411" cy="69951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09015" y="3893821"/>
              <a:ext cx="3035935" cy="800100"/>
            </a:xfrm>
            <a:custGeom>
              <a:avLst/>
              <a:gdLst/>
              <a:ahLst/>
              <a:cxnLst/>
              <a:rect l="l" t="t" r="r" b="b"/>
              <a:pathLst>
                <a:path w="3035935" h="800100">
                  <a:moveTo>
                    <a:pt x="2902458" y="0"/>
                  </a:moveTo>
                  <a:lnTo>
                    <a:pt x="133350" y="0"/>
                  </a:lnTo>
                  <a:lnTo>
                    <a:pt x="91201" y="6798"/>
                  </a:lnTo>
                  <a:lnTo>
                    <a:pt x="54595" y="25728"/>
                  </a:lnTo>
                  <a:lnTo>
                    <a:pt x="25728" y="54595"/>
                  </a:lnTo>
                  <a:lnTo>
                    <a:pt x="6798" y="91201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8" y="708898"/>
                  </a:lnTo>
                  <a:lnTo>
                    <a:pt x="25728" y="745504"/>
                  </a:lnTo>
                  <a:lnTo>
                    <a:pt x="54595" y="774371"/>
                  </a:lnTo>
                  <a:lnTo>
                    <a:pt x="91201" y="793301"/>
                  </a:lnTo>
                  <a:lnTo>
                    <a:pt x="133350" y="800100"/>
                  </a:lnTo>
                  <a:lnTo>
                    <a:pt x="2902458" y="800100"/>
                  </a:lnTo>
                  <a:lnTo>
                    <a:pt x="2944606" y="793301"/>
                  </a:lnTo>
                  <a:lnTo>
                    <a:pt x="2981212" y="774371"/>
                  </a:lnTo>
                  <a:lnTo>
                    <a:pt x="3010079" y="745504"/>
                  </a:lnTo>
                  <a:lnTo>
                    <a:pt x="3029009" y="708898"/>
                  </a:lnTo>
                  <a:lnTo>
                    <a:pt x="3035808" y="666750"/>
                  </a:lnTo>
                  <a:lnTo>
                    <a:pt x="3035808" y="133350"/>
                  </a:lnTo>
                  <a:lnTo>
                    <a:pt x="3029009" y="91201"/>
                  </a:lnTo>
                  <a:lnTo>
                    <a:pt x="3010079" y="54595"/>
                  </a:lnTo>
                  <a:lnTo>
                    <a:pt x="2981212" y="25728"/>
                  </a:lnTo>
                  <a:lnTo>
                    <a:pt x="2944606" y="6798"/>
                  </a:lnTo>
                  <a:lnTo>
                    <a:pt x="2902458" y="0"/>
                  </a:lnTo>
                  <a:close/>
                </a:path>
              </a:pathLst>
            </a:custGeom>
            <a:solidFill>
              <a:srgbClr val="DF5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50124" y="4031620"/>
            <a:ext cx="257429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Support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Tag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Libraries</a:t>
            </a:r>
            <a:r>
              <a:rPr sz="16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and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Expression</a:t>
            </a:r>
            <a:r>
              <a:rPr sz="16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Language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75" name="object 7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300472" y="1318260"/>
            <a:ext cx="1853183" cy="1115567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5608335" y="1700382"/>
            <a:ext cx="1235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Presentation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7" name="object 7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330440" y="1318260"/>
            <a:ext cx="2470403" cy="1115567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7501030" y="1700382"/>
            <a:ext cx="212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Application/Business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9" name="object 7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9977628" y="1318260"/>
            <a:ext cx="1853182" cy="1115567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0290378" y="1700382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Access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  <p:sp>
        <p:nvSpPr>
          <p:cNvPr id="81" name="object 81"/>
          <p:cNvSpPr txBox="1"/>
          <p:nvPr/>
        </p:nvSpPr>
        <p:spPr>
          <a:xfrm>
            <a:off x="7384415" y="876508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Layers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JSP</a:t>
            </a:r>
            <a:r>
              <a:rPr spc="-90" dirty="0"/>
              <a:t> </a:t>
            </a:r>
            <a:r>
              <a:rPr dirty="0"/>
              <a:t>Architecture</a:t>
            </a:r>
            <a:r>
              <a:rPr spc="-3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Lifecycle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614" y="1232916"/>
            <a:ext cx="3581193" cy="269854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8881" y="770413"/>
            <a:ext cx="165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17892" y="1478280"/>
            <a:ext cx="1498600" cy="1938655"/>
            <a:chOff x="7517892" y="1478280"/>
            <a:chExt cx="1498600" cy="1938655"/>
          </a:xfrm>
        </p:grpSpPr>
        <p:sp>
          <p:nvSpPr>
            <p:cNvPr id="8" name="object 8"/>
            <p:cNvSpPr/>
            <p:nvPr/>
          </p:nvSpPr>
          <p:spPr>
            <a:xfrm>
              <a:off x="7695439" y="2526030"/>
              <a:ext cx="1009015" cy="885825"/>
            </a:xfrm>
            <a:custGeom>
              <a:avLst/>
              <a:gdLst/>
              <a:ahLst/>
              <a:cxnLst/>
              <a:rect l="l" t="t" r="r" b="b"/>
              <a:pathLst>
                <a:path w="1009015" h="885825">
                  <a:moveTo>
                    <a:pt x="290779" y="0"/>
                  </a:moveTo>
                  <a:lnTo>
                    <a:pt x="0" y="0"/>
                  </a:lnTo>
                  <a:lnTo>
                    <a:pt x="0" y="809472"/>
                  </a:lnTo>
                  <a:lnTo>
                    <a:pt x="692073" y="809472"/>
                  </a:lnTo>
                  <a:lnTo>
                    <a:pt x="692073" y="885444"/>
                  </a:lnTo>
                  <a:lnTo>
                    <a:pt x="1008887" y="664083"/>
                  </a:lnTo>
                  <a:lnTo>
                    <a:pt x="692073" y="442722"/>
                  </a:lnTo>
                  <a:lnTo>
                    <a:pt x="692073" y="518693"/>
                  </a:lnTo>
                  <a:lnTo>
                    <a:pt x="290779" y="518693"/>
                  </a:lnTo>
                  <a:lnTo>
                    <a:pt x="290779" y="0"/>
                  </a:lnTo>
                  <a:close/>
                </a:path>
              </a:pathLst>
            </a:custGeom>
            <a:solidFill>
              <a:srgbClr val="E0E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5439" y="2526030"/>
              <a:ext cx="1009015" cy="885825"/>
            </a:xfrm>
            <a:custGeom>
              <a:avLst/>
              <a:gdLst/>
              <a:ahLst/>
              <a:cxnLst/>
              <a:rect l="l" t="t" r="r" b="b"/>
              <a:pathLst>
                <a:path w="1009015" h="885825">
                  <a:moveTo>
                    <a:pt x="290779" y="0"/>
                  </a:moveTo>
                  <a:lnTo>
                    <a:pt x="290779" y="518693"/>
                  </a:lnTo>
                  <a:lnTo>
                    <a:pt x="692073" y="518693"/>
                  </a:lnTo>
                  <a:lnTo>
                    <a:pt x="692073" y="442722"/>
                  </a:lnTo>
                  <a:lnTo>
                    <a:pt x="1008887" y="664083"/>
                  </a:lnTo>
                  <a:lnTo>
                    <a:pt x="692073" y="885444"/>
                  </a:lnTo>
                  <a:lnTo>
                    <a:pt x="692073" y="809472"/>
                  </a:lnTo>
                  <a:lnTo>
                    <a:pt x="0" y="809472"/>
                  </a:lnTo>
                  <a:lnTo>
                    <a:pt x="0" y="0"/>
                  </a:lnTo>
                  <a:lnTo>
                    <a:pt x="290779" y="0"/>
                  </a:lnTo>
                  <a:close/>
                </a:path>
              </a:pathLst>
            </a:custGeom>
            <a:ln w="9994">
              <a:solidFill>
                <a:srgbClr val="95A6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7892" y="1478280"/>
              <a:ext cx="1498091" cy="105155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677436" y="1831561"/>
            <a:ext cx="118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sto MT"/>
                <a:cs typeface="Calisto MT"/>
              </a:rPr>
              <a:t>Translation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3856" y="2650235"/>
            <a:ext cx="1498091" cy="10515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984969" y="3003426"/>
            <a:ext cx="1038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sto MT"/>
                <a:cs typeface="Calisto MT"/>
              </a:rPr>
              <a:t>Execution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07475" y="770461"/>
            <a:ext cx="2313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Phases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33188" y="4066032"/>
            <a:ext cx="2906395" cy="2304415"/>
            <a:chOff x="4933188" y="4066032"/>
            <a:chExt cx="2906395" cy="230441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3188" y="4066032"/>
              <a:ext cx="2305811" cy="23042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1324" y="4282440"/>
              <a:ext cx="1577339" cy="6233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5772" y="4875276"/>
              <a:ext cx="2028443" cy="6217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0532" y="5468112"/>
              <a:ext cx="2058923" cy="62331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204631" y="3601108"/>
            <a:ext cx="2440305" cy="2261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10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  <a:p>
            <a:pPr marL="781050" marR="5080" indent="205740">
              <a:lnSpc>
                <a:spcPct val="215899"/>
              </a:lnSpc>
              <a:spcBef>
                <a:spcPts val="1455"/>
              </a:spcBef>
            </a:pPr>
            <a:r>
              <a:rPr sz="1800" spc="-10" dirty="0">
                <a:latin typeface="Courier New"/>
                <a:cs typeface="Courier New"/>
              </a:rPr>
              <a:t>jspInit() jspService() jspDestroy()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Elements</a:t>
            </a:r>
            <a:r>
              <a:rPr spc="-25" dirty="0"/>
              <a:t> </a:t>
            </a:r>
            <a:r>
              <a:rPr dirty="0"/>
              <a:t>of</a:t>
            </a:r>
            <a:r>
              <a:rPr spc="2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JSP</a:t>
            </a:r>
            <a:r>
              <a:rPr spc="-30" dirty="0"/>
              <a:t> </a:t>
            </a:r>
            <a:r>
              <a:rPr spc="-20" dirty="0"/>
              <a:t>Page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84138" y="1395386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Scripting</a:t>
            </a:r>
            <a:r>
              <a:rPr sz="1800" b="1" spc="-45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Tags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14780" y="1167383"/>
            <a:ext cx="5297170" cy="852169"/>
            <a:chOff x="4314780" y="1167383"/>
            <a:chExt cx="5297170" cy="852169"/>
          </a:xfrm>
        </p:grpSpPr>
        <p:sp>
          <p:nvSpPr>
            <p:cNvPr id="7" name="object 7"/>
            <p:cNvSpPr/>
            <p:nvPr/>
          </p:nvSpPr>
          <p:spPr>
            <a:xfrm>
              <a:off x="4319777" y="1181861"/>
              <a:ext cx="350520" cy="772795"/>
            </a:xfrm>
            <a:custGeom>
              <a:avLst/>
              <a:gdLst/>
              <a:ahLst/>
              <a:cxnLst/>
              <a:rect l="l" t="t" r="r" b="b"/>
              <a:pathLst>
                <a:path w="350520" h="772794">
                  <a:moveTo>
                    <a:pt x="350520" y="772668"/>
                  </a:moveTo>
                  <a:lnTo>
                    <a:pt x="295121" y="766413"/>
                  </a:lnTo>
                  <a:lnTo>
                    <a:pt x="247011" y="748997"/>
                  </a:lnTo>
                  <a:lnTo>
                    <a:pt x="209073" y="722440"/>
                  </a:lnTo>
                  <a:lnTo>
                    <a:pt x="184194" y="688762"/>
                  </a:lnTo>
                  <a:lnTo>
                    <a:pt x="175260" y="649986"/>
                  </a:lnTo>
                  <a:lnTo>
                    <a:pt x="175260" y="509016"/>
                  </a:lnTo>
                  <a:lnTo>
                    <a:pt x="166325" y="470239"/>
                  </a:lnTo>
                  <a:lnTo>
                    <a:pt x="141446" y="436561"/>
                  </a:lnTo>
                  <a:lnTo>
                    <a:pt x="103508" y="410004"/>
                  </a:lnTo>
                  <a:lnTo>
                    <a:pt x="55398" y="392588"/>
                  </a:lnTo>
                  <a:lnTo>
                    <a:pt x="0" y="386334"/>
                  </a:lnTo>
                  <a:lnTo>
                    <a:pt x="55398" y="380079"/>
                  </a:lnTo>
                  <a:lnTo>
                    <a:pt x="103508" y="362663"/>
                  </a:lnTo>
                  <a:lnTo>
                    <a:pt x="141446" y="336106"/>
                  </a:lnTo>
                  <a:lnTo>
                    <a:pt x="166325" y="302428"/>
                  </a:lnTo>
                  <a:lnTo>
                    <a:pt x="175260" y="263652"/>
                  </a:lnTo>
                  <a:lnTo>
                    <a:pt x="175260" y="122682"/>
                  </a:lnTo>
                  <a:lnTo>
                    <a:pt x="184194" y="83905"/>
                  </a:lnTo>
                  <a:lnTo>
                    <a:pt x="209073" y="50227"/>
                  </a:lnTo>
                  <a:lnTo>
                    <a:pt x="247011" y="23670"/>
                  </a:lnTo>
                  <a:lnTo>
                    <a:pt x="295121" y="6254"/>
                  </a:lnTo>
                  <a:lnTo>
                    <a:pt x="350520" y="0"/>
                  </a:lnTo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0119" y="1167383"/>
              <a:ext cx="4841747" cy="8519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9159" y="1348740"/>
              <a:ext cx="2842259" cy="533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9743" y="1181099"/>
              <a:ext cx="4762500" cy="77266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809744" y="1181100"/>
            <a:ext cx="4762500" cy="772795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240029" indent="-171450">
              <a:lnSpc>
                <a:spcPct val="100000"/>
              </a:lnSpc>
              <a:spcBef>
                <a:spcPts val="1645"/>
              </a:spcBef>
              <a:buChar char="•"/>
              <a:tabLst>
                <a:tab pos="240029" algn="l"/>
              </a:tabLst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&lt;%=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Expression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%&gt;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1126" y="2759208"/>
            <a:ext cx="958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sto MT"/>
                <a:cs typeface="Calisto MT"/>
              </a:rPr>
              <a:t>Scriptlets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42212" y="2531364"/>
            <a:ext cx="5295900" cy="852169"/>
            <a:chOff x="4342212" y="2531364"/>
            <a:chExt cx="5295900" cy="852169"/>
          </a:xfrm>
        </p:grpSpPr>
        <p:sp>
          <p:nvSpPr>
            <p:cNvPr id="14" name="object 14"/>
            <p:cNvSpPr/>
            <p:nvPr/>
          </p:nvSpPr>
          <p:spPr>
            <a:xfrm>
              <a:off x="4347209" y="2545842"/>
              <a:ext cx="349250" cy="772795"/>
            </a:xfrm>
            <a:custGeom>
              <a:avLst/>
              <a:gdLst/>
              <a:ahLst/>
              <a:cxnLst/>
              <a:rect l="l" t="t" r="r" b="b"/>
              <a:pathLst>
                <a:path w="349250" h="772795">
                  <a:moveTo>
                    <a:pt x="348996" y="772667"/>
                  </a:moveTo>
                  <a:lnTo>
                    <a:pt x="293843" y="766440"/>
                  </a:lnTo>
                  <a:lnTo>
                    <a:pt x="245941" y="749100"/>
                  </a:lnTo>
                  <a:lnTo>
                    <a:pt x="208167" y="722659"/>
                  </a:lnTo>
                  <a:lnTo>
                    <a:pt x="183394" y="689128"/>
                  </a:lnTo>
                  <a:lnTo>
                    <a:pt x="174498" y="650519"/>
                  </a:lnTo>
                  <a:lnTo>
                    <a:pt x="174498" y="508482"/>
                  </a:lnTo>
                  <a:lnTo>
                    <a:pt x="165601" y="469873"/>
                  </a:lnTo>
                  <a:lnTo>
                    <a:pt x="140828" y="436342"/>
                  </a:lnTo>
                  <a:lnTo>
                    <a:pt x="103054" y="409901"/>
                  </a:lnTo>
                  <a:lnTo>
                    <a:pt x="55152" y="392561"/>
                  </a:lnTo>
                  <a:lnTo>
                    <a:pt x="0" y="386333"/>
                  </a:lnTo>
                  <a:lnTo>
                    <a:pt x="55152" y="380106"/>
                  </a:lnTo>
                  <a:lnTo>
                    <a:pt x="103054" y="362766"/>
                  </a:lnTo>
                  <a:lnTo>
                    <a:pt x="140828" y="336325"/>
                  </a:lnTo>
                  <a:lnTo>
                    <a:pt x="165601" y="302794"/>
                  </a:lnTo>
                  <a:lnTo>
                    <a:pt x="174498" y="264185"/>
                  </a:lnTo>
                  <a:lnTo>
                    <a:pt x="174498" y="122148"/>
                  </a:lnTo>
                  <a:lnTo>
                    <a:pt x="183394" y="83539"/>
                  </a:lnTo>
                  <a:lnTo>
                    <a:pt x="208167" y="50008"/>
                  </a:lnTo>
                  <a:lnTo>
                    <a:pt x="245941" y="23567"/>
                  </a:lnTo>
                  <a:lnTo>
                    <a:pt x="293843" y="6227"/>
                  </a:lnTo>
                  <a:lnTo>
                    <a:pt x="348996" y="0"/>
                  </a:lnTo>
                </a:path>
              </a:pathLst>
            </a:custGeom>
            <a:ln w="9994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6027" y="2531364"/>
              <a:ext cx="4841747" cy="8519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5067" y="2712720"/>
              <a:ext cx="3253739" cy="533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5651" y="2545079"/>
              <a:ext cx="4762500" cy="77266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835652" y="2545079"/>
            <a:ext cx="4762500" cy="487954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240029" indent="-171450">
              <a:lnSpc>
                <a:spcPct val="100000"/>
              </a:lnSpc>
              <a:spcBef>
                <a:spcPts val="1645"/>
              </a:spcBef>
              <a:buChar char="•"/>
              <a:tabLst>
                <a:tab pos="240029" algn="l"/>
              </a:tabLst>
            </a:pPr>
            <a:r>
              <a:rPr sz="1800">
                <a:solidFill>
                  <a:srgbClr val="FFFFFF"/>
                </a:solidFill>
                <a:latin typeface="Courier New"/>
                <a:cs typeface="Courier New"/>
              </a:rPr>
              <a:t>&lt;%</a:t>
            </a:r>
            <a:r>
              <a:rPr sz="18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code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fragment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%&gt;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7309" y="4115816"/>
            <a:ext cx="1307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sto MT"/>
                <a:cs typeface="Calisto MT"/>
              </a:rPr>
              <a:t>Declarations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19778" y="3902202"/>
            <a:ext cx="350520" cy="772795"/>
          </a:xfrm>
          <a:custGeom>
            <a:avLst/>
            <a:gdLst/>
            <a:ahLst/>
            <a:cxnLst/>
            <a:rect l="l" t="t" r="r" b="b"/>
            <a:pathLst>
              <a:path w="350520" h="772795">
                <a:moveTo>
                  <a:pt x="350520" y="772668"/>
                </a:moveTo>
                <a:lnTo>
                  <a:pt x="295121" y="766413"/>
                </a:lnTo>
                <a:lnTo>
                  <a:pt x="247011" y="748997"/>
                </a:lnTo>
                <a:lnTo>
                  <a:pt x="209073" y="722440"/>
                </a:lnTo>
                <a:lnTo>
                  <a:pt x="184194" y="688762"/>
                </a:lnTo>
                <a:lnTo>
                  <a:pt x="175260" y="649986"/>
                </a:lnTo>
                <a:lnTo>
                  <a:pt x="175260" y="509016"/>
                </a:lnTo>
                <a:lnTo>
                  <a:pt x="166325" y="470239"/>
                </a:lnTo>
                <a:lnTo>
                  <a:pt x="141446" y="436561"/>
                </a:lnTo>
                <a:lnTo>
                  <a:pt x="103508" y="410004"/>
                </a:lnTo>
                <a:lnTo>
                  <a:pt x="55398" y="392588"/>
                </a:lnTo>
                <a:lnTo>
                  <a:pt x="0" y="386334"/>
                </a:lnTo>
                <a:lnTo>
                  <a:pt x="55398" y="380079"/>
                </a:lnTo>
                <a:lnTo>
                  <a:pt x="103508" y="362663"/>
                </a:lnTo>
                <a:lnTo>
                  <a:pt x="141446" y="336106"/>
                </a:lnTo>
                <a:lnTo>
                  <a:pt x="166325" y="302428"/>
                </a:lnTo>
                <a:lnTo>
                  <a:pt x="175260" y="263652"/>
                </a:lnTo>
                <a:lnTo>
                  <a:pt x="175260" y="122682"/>
                </a:lnTo>
                <a:lnTo>
                  <a:pt x="184194" y="83905"/>
                </a:lnTo>
                <a:lnTo>
                  <a:pt x="209073" y="50227"/>
                </a:lnTo>
                <a:lnTo>
                  <a:pt x="247011" y="23670"/>
                </a:lnTo>
                <a:lnTo>
                  <a:pt x="295121" y="6254"/>
                </a:lnTo>
                <a:lnTo>
                  <a:pt x="350520" y="0"/>
                </a:lnTo>
              </a:path>
            </a:pathLst>
          </a:custGeom>
          <a:ln w="9994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4770120" y="3887723"/>
            <a:ext cx="4841875" cy="852169"/>
            <a:chOff x="4770120" y="3887723"/>
            <a:chExt cx="4841875" cy="852169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0120" y="3887723"/>
              <a:ext cx="4841747" cy="8519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7740" y="4069079"/>
              <a:ext cx="3630167" cy="5333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809744" y="3901440"/>
            <a:ext cx="4762500" cy="77279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208915" rIns="0" bIns="0" rtlCol="0">
            <a:spAutoFit/>
          </a:bodyPr>
          <a:lstStyle/>
          <a:p>
            <a:pPr marL="273685" indent="-142875">
              <a:lnSpc>
                <a:spcPct val="100000"/>
              </a:lnSpc>
              <a:spcBef>
                <a:spcPts val="1645"/>
              </a:spcBef>
              <a:buSzPct val="94444"/>
              <a:buChar char="•"/>
              <a:tabLst>
                <a:tab pos="273685" algn="l"/>
              </a:tabLst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&lt;%!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declaration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code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%&gt;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89617" y="5303309"/>
            <a:ext cx="1115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sto MT"/>
                <a:cs typeface="Calisto MT"/>
              </a:rPr>
              <a:t>Comments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19778" y="5090921"/>
            <a:ext cx="350520" cy="771525"/>
          </a:xfrm>
          <a:custGeom>
            <a:avLst/>
            <a:gdLst/>
            <a:ahLst/>
            <a:cxnLst/>
            <a:rect l="l" t="t" r="r" b="b"/>
            <a:pathLst>
              <a:path w="350520" h="771525">
                <a:moveTo>
                  <a:pt x="350520" y="771143"/>
                </a:moveTo>
                <a:lnTo>
                  <a:pt x="295121" y="764889"/>
                </a:lnTo>
                <a:lnTo>
                  <a:pt x="247011" y="747473"/>
                </a:lnTo>
                <a:lnTo>
                  <a:pt x="209073" y="720916"/>
                </a:lnTo>
                <a:lnTo>
                  <a:pt x="184194" y="687238"/>
                </a:lnTo>
                <a:lnTo>
                  <a:pt x="175260" y="648461"/>
                </a:lnTo>
                <a:lnTo>
                  <a:pt x="175260" y="508253"/>
                </a:lnTo>
                <a:lnTo>
                  <a:pt x="166325" y="469477"/>
                </a:lnTo>
                <a:lnTo>
                  <a:pt x="141446" y="435799"/>
                </a:lnTo>
                <a:lnTo>
                  <a:pt x="103508" y="409242"/>
                </a:lnTo>
                <a:lnTo>
                  <a:pt x="55398" y="391826"/>
                </a:lnTo>
                <a:lnTo>
                  <a:pt x="0" y="385571"/>
                </a:lnTo>
                <a:lnTo>
                  <a:pt x="55398" y="379317"/>
                </a:lnTo>
                <a:lnTo>
                  <a:pt x="103508" y="361901"/>
                </a:lnTo>
                <a:lnTo>
                  <a:pt x="141446" y="335344"/>
                </a:lnTo>
                <a:lnTo>
                  <a:pt x="166325" y="301666"/>
                </a:lnTo>
                <a:lnTo>
                  <a:pt x="175260" y="262889"/>
                </a:lnTo>
                <a:lnTo>
                  <a:pt x="175260" y="122681"/>
                </a:lnTo>
                <a:lnTo>
                  <a:pt x="184194" y="83905"/>
                </a:lnTo>
                <a:lnTo>
                  <a:pt x="209073" y="50227"/>
                </a:lnTo>
                <a:lnTo>
                  <a:pt x="247011" y="23670"/>
                </a:lnTo>
                <a:lnTo>
                  <a:pt x="295121" y="6254"/>
                </a:lnTo>
                <a:lnTo>
                  <a:pt x="350520" y="0"/>
                </a:lnTo>
              </a:path>
            </a:pathLst>
          </a:custGeom>
          <a:ln w="9994">
            <a:solidFill>
              <a:srgbClr val="DF52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4770120" y="5076444"/>
            <a:ext cx="4841875" cy="850900"/>
            <a:chOff x="4770120" y="5076444"/>
            <a:chExt cx="4841875" cy="85090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70120" y="5076444"/>
              <a:ext cx="4841747" cy="8503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7740" y="5257800"/>
              <a:ext cx="3630167" cy="5318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9744" y="5090160"/>
              <a:ext cx="4762500" cy="77114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809744" y="5090159"/>
            <a:ext cx="4762500" cy="77152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273685" indent="-142875">
              <a:lnSpc>
                <a:spcPct val="100000"/>
              </a:lnSpc>
              <a:spcBef>
                <a:spcPts val="1635"/>
              </a:spcBef>
              <a:buSzPct val="94444"/>
              <a:buChar char="•"/>
              <a:tabLst>
                <a:tab pos="2736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&lt;%-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JSP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comment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--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%&gt;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Directive</a:t>
            </a:r>
            <a:r>
              <a:rPr spc="-150" dirty="0"/>
              <a:t> </a:t>
            </a:r>
            <a:r>
              <a:rPr spc="-20" dirty="0"/>
              <a:t>Tags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9052" y="1050036"/>
            <a:ext cx="3890771" cy="8397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65474" y="1269083"/>
            <a:ext cx="267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Three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directives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are: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3438" y="2183254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ourier New"/>
                <a:cs typeface="Courier New"/>
              </a:rPr>
              <a:t>page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42060" y="2535935"/>
            <a:ext cx="4762500" cy="882650"/>
            <a:chOff x="1242060" y="2535935"/>
            <a:chExt cx="4762500" cy="88265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6068" y="2538984"/>
              <a:ext cx="1103375" cy="8793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0428" y="2538983"/>
              <a:ext cx="1101851" cy="8793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94788" y="2538983"/>
              <a:ext cx="1101851" cy="8793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87624" y="2538983"/>
              <a:ext cx="1101851" cy="8793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1984" y="2538983"/>
              <a:ext cx="1101851" cy="8793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74820" y="2538984"/>
              <a:ext cx="1103375" cy="8793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02708" y="2535935"/>
              <a:ext cx="1101851" cy="8793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2832" y="2621279"/>
              <a:ext cx="4367783" cy="714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2060" y="2726435"/>
              <a:ext cx="2651759" cy="54101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67789" y="2640329"/>
            <a:ext cx="4277995" cy="626745"/>
          </a:xfrm>
          <a:prstGeom prst="rect">
            <a:avLst/>
          </a:prstGeom>
          <a:solidFill>
            <a:srgbClr val="FFFFFF"/>
          </a:solidFill>
          <a:ln w="9994">
            <a:solidFill>
              <a:srgbClr val="4189B3"/>
            </a:solidFill>
          </a:ln>
        </p:spPr>
        <p:txBody>
          <a:bodyPr vert="horz" wrap="square" lIns="0" tIns="14922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75"/>
              </a:spcBef>
            </a:pPr>
            <a:r>
              <a:rPr sz="1800" dirty="0">
                <a:latin typeface="Calisto MT"/>
                <a:cs typeface="Calisto MT"/>
              </a:rPr>
              <a:t>Controls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structure.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3370" y="3436266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include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42060" y="3791711"/>
            <a:ext cx="4729480" cy="879475"/>
            <a:chOff x="1242060" y="3791711"/>
            <a:chExt cx="4729480" cy="879475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6068" y="3791712"/>
              <a:ext cx="1103375" cy="8793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00428" y="3791711"/>
              <a:ext cx="1101851" cy="87934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94788" y="3791711"/>
              <a:ext cx="1101851" cy="8793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87624" y="3791711"/>
              <a:ext cx="1101851" cy="8793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81984" y="3791711"/>
              <a:ext cx="1101851" cy="8793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74820" y="3791712"/>
              <a:ext cx="1103375" cy="87934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69180" y="3791711"/>
              <a:ext cx="1101851" cy="8793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22832" y="3875531"/>
              <a:ext cx="4367783" cy="7132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42060" y="3860291"/>
              <a:ext cx="4518659" cy="77876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367789" y="3894582"/>
            <a:ext cx="4277995" cy="624840"/>
          </a:xfrm>
          <a:prstGeom prst="rect">
            <a:avLst/>
          </a:prstGeom>
          <a:solidFill>
            <a:srgbClr val="FFFFFF"/>
          </a:solidFill>
          <a:ln w="9994">
            <a:solidFill>
              <a:srgbClr val="41C757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45085" marR="132080">
              <a:lnSpc>
                <a:spcPts val="1870"/>
              </a:lnSpc>
              <a:spcBef>
                <a:spcPts val="535"/>
              </a:spcBef>
            </a:pPr>
            <a:r>
              <a:rPr sz="1800" dirty="0">
                <a:latin typeface="Calisto MT"/>
                <a:cs typeface="Calisto MT"/>
              </a:rPr>
              <a:t>Inserts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runtime 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 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5" dirty="0">
                <a:latin typeface="Calisto MT"/>
                <a:cs typeface="Calisto MT"/>
              </a:rPr>
              <a:t> of </a:t>
            </a:r>
            <a:r>
              <a:rPr sz="1800" dirty="0">
                <a:latin typeface="Calisto MT"/>
                <a:cs typeface="Calisto MT"/>
              </a:rPr>
              <a:t>another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resource.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3370" y="4689254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taglib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42060" y="5044440"/>
            <a:ext cx="4729480" cy="881380"/>
            <a:chOff x="1242060" y="5044440"/>
            <a:chExt cx="4729480" cy="881380"/>
          </a:xfrm>
        </p:grpSpPr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06068" y="5044440"/>
              <a:ext cx="1103375" cy="88087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00428" y="5044440"/>
              <a:ext cx="1101851" cy="88087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94788" y="5044440"/>
              <a:ext cx="1101851" cy="88087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87624" y="5044440"/>
              <a:ext cx="1101851" cy="88087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81983" y="5044440"/>
              <a:ext cx="1101851" cy="88087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74820" y="5044440"/>
              <a:ext cx="1103375" cy="88087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69180" y="5044440"/>
              <a:ext cx="1101851" cy="88087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22832" y="5128260"/>
              <a:ext cx="4367783" cy="71323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42060" y="5233416"/>
              <a:ext cx="4152899" cy="53949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367789" y="5147309"/>
            <a:ext cx="4277995" cy="624840"/>
          </a:xfrm>
          <a:prstGeom prst="rect">
            <a:avLst/>
          </a:prstGeom>
          <a:solidFill>
            <a:srgbClr val="FFFFFF"/>
          </a:solidFill>
          <a:ln w="9994">
            <a:solidFill>
              <a:srgbClr val="D6D346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70"/>
              </a:spcBef>
            </a:pPr>
            <a:r>
              <a:rPr sz="1800" dirty="0">
                <a:latin typeface="Calisto MT"/>
                <a:cs typeface="Calisto MT"/>
              </a:rPr>
              <a:t>Allows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custom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tags.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964680" y="1444752"/>
            <a:ext cx="3611879" cy="144779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809739" y="888514"/>
            <a:ext cx="192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include</a:t>
            </a:r>
            <a:r>
              <a:rPr sz="1800" spc="-61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45" name="object 4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389876" y="3514344"/>
            <a:ext cx="2761487" cy="1990343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877938" y="2985236"/>
            <a:ext cx="1783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taglib</a:t>
            </a:r>
            <a:r>
              <a:rPr sz="1800" spc="-6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2022990" y="6652516"/>
            <a:ext cx="901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z="1000" b="1" spc="-50" dirty="0">
                <a:solidFill>
                  <a:srgbClr val="FFFFFF"/>
                </a:solidFill>
                <a:latin typeface="Calisto MT"/>
                <a:cs typeface="Calisto MT"/>
              </a:rPr>
              <a:t>7</a:t>
            </a:r>
            <a:endParaRPr sz="10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JSP</a:t>
            </a:r>
            <a:r>
              <a:rPr spc="-60" dirty="0"/>
              <a:t> </a:t>
            </a:r>
            <a:r>
              <a:rPr dirty="0"/>
              <a:t>3.1</a:t>
            </a:r>
            <a:r>
              <a:rPr spc="-55" dirty="0"/>
              <a:t> </a:t>
            </a:r>
            <a:r>
              <a:rPr dirty="0"/>
              <a:t>New</a:t>
            </a:r>
            <a:r>
              <a:rPr spc="-50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1183" y="4044696"/>
            <a:ext cx="4652771" cy="1438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8842" y="4456173"/>
            <a:ext cx="401701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7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Renaming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javax.servlet.jsp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endParaRPr sz="1800">
              <a:latin typeface="Calisto MT"/>
              <a:cs typeface="Calisto MT"/>
            </a:endParaRPr>
          </a:p>
          <a:p>
            <a:pPr marL="635" algn="ctr">
              <a:lnSpc>
                <a:spcPts val="207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jakarta.servlet.jsp</a:t>
            </a:r>
            <a:r>
              <a:rPr sz="1800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package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1183" y="1863852"/>
            <a:ext cx="4652771" cy="2208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34819" y="2406270"/>
            <a:ext cx="2366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Major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update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3.1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61731" y="1621536"/>
            <a:ext cx="2985770" cy="1278890"/>
            <a:chOff x="7761731" y="1621536"/>
            <a:chExt cx="2985770" cy="12788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1731" y="1621536"/>
              <a:ext cx="2985514" cy="5166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0951" y="2165604"/>
              <a:ext cx="22860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99831" y="2383536"/>
              <a:ext cx="2909315" cy="51663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09823" y="2487857"/>
            <a:ext cx="1490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sto MT"/>
                <a:cs typeface="Calisto MT"/>
              </a:rPr>
              <a:t>Create</a:t>
            </a:r>
            <a:r>
              <a:rPr sz="1600" b="1" spc="-45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JSP</a:t>
            </a:r>
            <a:r>
              <a:rPr sz="1600" b="1" spc="-5" dirty="0">
                <a:latin typeface="Calisto MT"/>
                <a:cs typeface="Calisto MT"/>
              </a:rPr>
              <a:t> </a:t>
            </a:r>
            <a:r>
              <a:rPr sz="1600" b="1" spc="-20" dirty="0">
                <a:latin typeface="Calisto MT"/>
                <a:cs typeface="Calisto MT"/>
              </a:rPr>
              <a:t>Files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99831" y="2929127"/>
            <a:ext cx="2909570" cy="1496695"/>
            <a:chOff x="7799831" y="2929127"/>
            <a:chExt cx="2909570" cy="149669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0951" y="2929127"/>
              <a:ext cx="228600" cy="190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37931" y="3147059"/>
              <a:ext cx="2834638" cy="5166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40951" y="3691127"/>
              <a:ext cx="228600" cy="190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99831" y="3910583"/>
              <a:ext cx="2909315" cy="51511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064784" y="3250746"/>
            <a:ext cx="2379345" cy="103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sto MT"/>
                <a:cs typeface="Calisto MT"/>
              </a:rPr>
              <a:t>Configure</a:t>
            </a:r>
            <a:r>
              <a:rPr sz="1600" b="1" spc="-50" dirty="0">
                <a:latin typeface="Calisto MT"/>
                <a:cs typeface="Calisto MT"/>
              </a:rPr>
              <a:t> </a:t>
            </a:r>
            <a:r>
              <a:rPr sz="1600" b="1" spc="-35" dirty="0">
                <a:latin typeface="Calisto MT"/>
                <a:cs typeface="Calisto MT"/>
              </a:rPr>
              <a:t>Web</a:t>
            </a:r>
            <a:r>
              <a:rPr sz="1600" b="1" spc="-50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Descriptor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latin typeface="Calisto MT"/>
                <a:cs typeface="Calisto MT"/>
              </a:rPr>
              <a:t>Pass</a:t>
            </a:r>
            <a:r>
              <a:rPr sz="1600" b="1" spc="-85" dirty="0">
                <a:latin typeface="Calisto MT"/>
                <a:cs typeface="Calisto MT"/>
              </a:rPr>
              <a:t> </a:t>
            </a:r>
            <a:r>
              <a:rPr sz="1600" b="1" spc="-20" dirty="0">
                <a:latin typeface="Calisto MT"/>
                <a:cs typeface="Calisto MT"/>
              </a:rPr>
              <a:t>Data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99831" y="4454652"/>
            <a:ext cx="2909570" cy="734695"/>
            <a:chOff x="7799831" y="4454652"/>
            <a:chExt cx="2909570" cy="73469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40951" y="4454652"/>
              <a:ext cx="228600" cy="1905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99831" y="4672584"/>
              <a:ext cx="2909315" cy="51663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118124" y="4776524"/>
            <a:ext cx="2275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sto MT"/>
                <a:cs typeface="Calisto MT"/>
              </a:rPr>
              <a:t>Handle</a:t>
            </a:r>
            <a:r>
              <a:rPr sz="1600" b="1" spc="-25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Form</a:t>
            </a:r>
            <a:r>
              <a:rPr sz="1600" b="1" spc="-60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Submission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37931" y="5216652"/>
            <a:ext cx="2834640" cy="734695"/>
            <a:chOff x="7837931" y="5216652"/>
            <a:chExt cx="2834640" cy="734695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40951" y="5216652"/>
              <a:ext cx="228600" cy="1905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37931" y="5436108"/>
              <a:ext cx="2834638" cy="51511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656096" y="5539413"/>
            <a:ext cx="1196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sto MT"/>
                <a:cs typeface="Calisto MT"/>
              </a:rPr>
              <a:t>Run</a:t>
            </a:r>
            <a:r>
              <a:rPr sz="1600" b="1" spc="-25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and</a:t>
            </a:r>
            <a:r>
              <a:rPr sz="1600" b="1" spc="-30" dirty="0">
                <a:latin typeface="Calisto MT"/>
                <a:cs typeface="Calisto MT"/>
              </a:rPr>
              <a:t> </a:t>
            </a:r>
            <a:r>
              <a:rPr sz="1600" b="1" spc="-20" dirty="0">
                <a:latin typeface="Calisto MT"/>
                <a:cs typeface="Calisto MT"/>
              </a:rPr>
              <a:t>Test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8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166354" y="1017770"/>
            <a:ext cx="417639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 integrate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8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1600" b="1" dirty="0">
                <a:latin typeface="Calisto MT"/>
                <a:cs typeface="Calisto MT"/>
              </a:rPr>
              <a:t>Create</a:t>
            </a:r>
            <a:r>
              <a:rPr sz="1600" b="1" spc="-35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a</a:t>
            </a:r>
            <a:r>
              <a:rPr sz="1600" b="1" spc="-5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Servlet</a:t>
            </a:r>
            <a:endParaRPr sz="16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99859"/>
            <a:ext cx="12179820" cy="35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1618" y="904990"/>
            <a:ext cx="11134090" cy="53568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6350" indent="-182245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technology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developing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sites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server-</a:t>
            </a:r>
            <a:r>
              <a:rPr sz="1800" dirty="0">
                <a:latin typeface="Calisto MT"/>
                <a:cs typeface="Calisto MT"/>
              </a:rPr>
              <a:t>side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scripting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</a:t>
            </a:r>
            <a:r>
              <a:rPr sz="1800" spc="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creating </a:t>
            </a:r>
            <a:r>
              <a:rPr sz="1800" spc="-35" dirty="0">
                <a:latin typeface="Calisto MT"/>
                <a:cs typeface="Calisto MT"/>
              </a:rPr>
              <a:t>Web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applications.</a:t>
            </a:r>
            <a:endParaRPr sz="1800">
              <a:latin typeface="Calisto MT"/>
              <a:cs typeface="Calisto MT"/>
            </a:endParaRPr>
          </a:p>
          <a:p>
            <a:pPr marL="193675" marR="5715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6215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mixture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standard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tags,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Web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content,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specified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using 	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elements.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expressions,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scriptlets,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comments,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declarations,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actions.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6850" algn="l"/>
              </a:tabLst>
            </a:pPr>
            <a:r>
              <a:rPr sz="1800" dirty="0">
                <a:latin typeface="Calisto MT"/>
                <a:cs typeface="Calisto MT"/>
              </a:rPr>
              <a:t>Directives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specify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 structure 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 resulting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actions are JSP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 that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transfer control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other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operations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other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scriptlet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embed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code.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faster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since,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takes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time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compile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attributes,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encoding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format.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include</a:t>
            </a:r>
            <a:r>
              <a:rPr sz="1800" spc="-10" dirty="0">
                <a:latin typeface="Calisto MT"/>
                <a:cs typeface="Calisto MT"/>
              </a:rPr>
              <a:t> directive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insert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 file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referenced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  <a:p>
            <a:pPr marL="193675" marR="5715" indent="-181610">
              <a:lnSpc>
                <a:spcPts val="1939"/>
              </a:lnSpc>
              <a:spcBef>
                <a:spcPts val="1440"/>
              </a:spcBef>
              <a:buSzPct val="80555"/>
              <a:buFont typeface="Corbel"/>
              <a:buChar char="•"/>
              <a:tabLst>
                <a:tab pos="196215" algn="l"/>
                <a:tab pos="898652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taglib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directive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links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3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XML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document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describes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of</a:t>
            </a:r>
            <a:r>
              <a:rPr sz="1800" dirty="0">
                <a:latin typeface="Calisto MT"/>
                <a:cs typeface="Calisto MT"/>
              </a:rPr>
              <a:t>	custom</a:t>
            </a:r>
            <a:r>
              <a:rPr sz="1800" spc="3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3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</a:t>
            </a:r>
            <a:r>
              <a:rPr sz="1800" spc="3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determines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each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tag.</a:t>
            </a:r>
            <a:endParaRPr sz="1800">
              <a:latin typeface="Calisto MT"/>
              <a:cs typeface="Calisto MT"/>
            </a:endParaRPr>
          </a:p>
          <a:p>
            <a:pPr marL="193675" marR="5715" indent="-181610">
              <a:lnSpc>
                <a:spcPts val="1939"/>
              </a:lnSpc>
              <a:spcBef>
                <a:spcPts val="140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work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together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build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applications,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handling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backend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tasks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 	</a:t>
            </a:r>
            <a:r>
              <a:rPr sz="1800" dirty="0">
                <a:latin typeface="Calisto MT"/>
                <a:cs typeface="Calisto MT"/>
              </a:rPr>
              <a:t>managing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frontend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presentation.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615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Office Theme</vt:lpstr>
      <vt:lpstr>Jakarta Server Pages and</vt:lpstr>
      <vt:lpstr>Objectives</vt:lpstr>
      <vt:lpstr>Introduction</vt:lpstr>
      <vt:lpstr>JSP Page</vt:lpstr>
      <vt:lpstr>JSP Architecture and Lifecycle</vt:lpstr>
      <vt:lpstr>Elements of a JSP Page</vt:lpstr>
      <vt:lpstr>Directive Tags</vt:lpstr>
      <vt:lpstr>JSP 3.1 New Features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Le Thanh Nhan</cp:lastModifiedBy>
  <cp:revision>4</cp:revision>
  <dcterms:created xsi:type="dcterms:W3CDTF">2025-10-19T10:33:49Z</dcterms:created>
  <dcterms:modified xsi:type="dcterms:W3CDTF">2025-11-01T01:35:13Z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